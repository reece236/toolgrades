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diagrams/data6.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8.xml" ContentType="application/vnd.openxmlformats-officedocument.presentationml.notesSlide+xml"/>
  <Override PartName="/ppt/diagrams/data7.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8.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1.xml" ContentType="application/vnd.openxmlformats-officedocument.presentationml.notesSlide+xml"/>
  <Override PartName="/ppt/diagrams/data9.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diagrams/data5.xml" ContentType="application/vnd.openxmlformats-officedocument.drawingml.diagramData+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4056" r:id="rId1"/>
  </p:sldMasterIdLst>
  <p:notesMasterIdLst>
    <p:notesMasterId r:id="rId31"/>
  </p:notesMasterIdLst>
  <p:sldIdLst>
    <p:sldId id="256" r:id="rId2"/>
    <p:sldId id="260" r:id="rId3"/>
    <p:sldId id="276" r:id="rId4"/>
    <p:sldId id="263" r:id="rId5"/>
    <p:sldId id="277" r:id="rId6"/>
    <p:sldId id="280" r:id="rId7"/>
    <p:sldId id="275" r:id="rId8"/>
    <p:sldId id="264" r:id="rId9"/>
    <p:sldId id="286" r:id="rId10"/>
    <p:sldId id="283" r:id="rId11"/>
    <p:sldId id="285" r:id="rId12"/>
    <p:sldId id="261" r:id="rId13"/>
    <p:sldId id="288" r:id="rId14"/>
    <p:sldId id="295" r:id="rId15"/>
    <p:sldId id="292" r:id="rId16"/>
    <p:sldId id="265" r:id="rId17"/>
    <p:sldId id="266" r:id="rId18"/>
    <p:sldId id="296" r:id="rId19"/>
    <p:sldId id="294" r:id="rId20"/>
    <p:sldId id="268" r:id="rId21"/>
    <p:sldId id="297" r:id="rId22"/>
    <p:sldId id="272" r:id="rId23"/>
    <p:sldId id="269" r:id="rId24"/>
    <p:sldId id="273" r:id="rId25"/>
    <p:sldId id="302" r:id="rId26"/>
    <p:sldId id="298" r:id="rId27"/>
    <p:sldId id="299" r:id="rId28"/>
    <p:sldId id="300" r:id="rId29"/>
    <p:sldId id="301"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D550FCD6-1EB4-E34A-AD72-269EBD03DDF3}">
          <p14:sldIdLst>
            <p14:sldId id="256"/>
            <p14:sldId id="260"/>
          </p14:sldIdLst>
        </p14:section>
        <p14:section name="Swing Decision" id="{08D3C980-C663-5C43-9CA6-438138EC6062}">
          <p14:sldIdLst>
            <p14:sldId id="276"/>
            <p14:sldId id="263"/>
            <p14:sldId id="277"/>
            <p14:sldId id="280"/>
            <p14:sldId id="275"/>
            <p14:sldId id="264"/>
            <p14:sldId id="286"/>
          </p14:sldIdLst>
        </p14:section>
        <p14:section name="Contact" id="{4E56EC33-5D93-B448-A52C-331F1D9ED15D}">
          <p14:sldIdLst>
            <p14:sldId id="283"/>
            <p14:sldId id="285"/>
            <p14:sldId id="261"/>
            <p14:sldId id="288"/>
            <p14:sldId id="295"/>
          </p14:sldIdLst>
        </p14:section>
        <p14:section name="Power" id="{A59BA852-CC71-474F-ACA6-EEDF1F13998D}">
          <p14:sldIdLst>
            <p14:sldId id="292"/>
            <p14:sldId id="265"/>
            <p14:sldId id="266"/>
            <p14:sldId id="296"/>
          </p14:sldIdLst>
        </p14:section>
        <p14:section name="Speed" id="{4CA94B34-BD83-AE47-8C60-4A0665209D5C}">
          <p14:sldIdLst>
            <p14:sldId id="294"/>
            <p14:sldId id="268"/>
            <p14:sldId id="297"/>
            <p14:sldId id="272"/>
            <p14:sldId id="269"/>
            <p14:sldId id="273"/>
            <p14:sldId id="302"/>
            <p14:sldId id="298"/>
            <p14:sldId id="299"/>
            <p14:sldId id="300"/>
            <p14:sldId id="30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476035-3CB2-8948-A117-E3164C0240E3}" v="1663" dt="2024-06-23T16:01:18.91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67"/>
    <p:restoredTop sz="84432"/>
  </p:normalViewPr>
  <p:slideViewPr>
    <p:cSldViewPr snapToGrid="0">
      <p:cViewPr varScale="1">
        <p:scale>
          <a:sx n="53" d="100"/>
          <a:sy n="53" d="100"/>
        </p:scale>
        <p:origin x="208" y="18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diagrams/_rels/data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image" Target="../media/image30.pn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04BA1F5-43D5-487D-A182-2959400E09F7}" type="doc">
      <dgm:prSet loTypeId="urn:microsoft.com/office/officeart/2005/8/layout/vProcess5" loCatId="process" qsTypeId="urn:microsoft.com/office/officeart/2005/8/quickstyle/simple1" qsCatId="simple" csTypeId="urn:microsoft.com/office/officeart/2005/8/colors/colorful1" csCatId="colorful" phldr="1"/>
      <dgm:spPr/>
      <dgm:t>
        <a:bodyPr/>
        <a:lstStyle/>
        <a:p>
          <a:endParaRPr lang="en-US"/>
        </a:p>
      </dgm:t>
    </dgm:pt>
    <dgm:pt modelId="{1990BCF3-3971-44DE-A8CF-F4FF46F07F3E}">
      <dgm:prSet/>
      <dgm:spPr>
        <a:solidFill>
          <a:schemeClr val="accent5"/>
        </a:solidFill>
      </dgm:spPr>
      <dgm:t>
        <a:bodyPr/>
        <a:lstStyle/>
        <a:p>
          <a:r>
            <a:rPr lang="en-US" dirty="0"/>
            <a:t>Swing Decision</a:t>
          </a:r>
        </a:p>
      </dgm:t>
    </dgm:pt>
    <dgm:pt modelId="{936D361E-5F11-497E-B404-F3F0B1EC6D0F}" type="parTrans" cxnId="{FAA7A400-B260-4E0F-9D54-FF69B0E4A5D3}">
      <dgm:prSet/>
      <dgm:spPr/>
      <dgm:t>
        <a:bodyPr/>
        <a:lstStyle/>
        <a:p>
          <a:endParaRPr lang="en-US"/>
        </a:p>
      </dgm:t>
    </dgm:pt>
    <dgm:pt modelId="{319C3F7F-F1EA-4996-8273-6F33E5BAAA35}" type="sibTrans" cxnId="{FAA7A400-B260-4E0F-9D54-FF69B0E4A5D3}">
      <dgm:prSet/>
      <dgm:spPr>
        <a:solidFill>
          <a:schemeClr val="accent5">
            <a:lumMod val="20000"/>
            <a:lumOff val="80000"/>
            <a:alpha val="90000"/>
          </a:schemeClr>
        </a:solidFill>
        <a:ln>
          <a:noFill/>
        </a:ln>
      </dgm:spPr>
      <dgm:t>
        <a:bodyPr/>
        <a:lstStyle/>
        <a:p>
          <a:endParaRPr lang="en-US"/>
        </a:p>
      </dgm:t>
    </dgm:pt>
    <dgm:pt modelId="{77664A86-6D63-47F1-8A13-DCA46D457C97}">
      <dgm:prSet/>
      <dgm:spPr>
        <a:solidFill>
          <a:schemeClr val="accent4"/>
        </a:solidFill>
        <a:ln>
          <a:noFill/>
        </a:ln>
      </dgm:spPr>
      <dgm:t>
        <a:bodyPr/>
        <a:lstStyle/>
        <a:p>
          <a:r>
            <a:rPr lang="en-US" dirty="0"/>
            <a:t>Contact</a:t>
          </a:r>
        </a:p>
      </dgm:t>
    </dgm:pt>
    <dgm:pt modelId="{A30CB9FE-6EE7-4BB2-AEB4-A5708A58D4EE}" type="parTrans" cxnId="{2ADEFD89-86A8-4029-967D-1FBBC51D3351}">
      <dgm:prSet/>
      <dgm:spPr/>
      <dgm:t>
        <a:bodyPr/>
        <a:lstStyle/>
        <a:p>
          <a:endParaRPr lang="en-US"/>
        </a:p>
      </dgm:t>
    </dgm:pt>
    <dgm:pt modelId="{265B97FA-D4A1-4FB8-B189-9E59CE38EBFC}" type="sibTrans" cxnId="{2ADEFD89-86A8-4029-967D-1FBBC51D3351}">
      <dgm:prSet/>
      <dgm:spPr>
        <a:solidFill>
          <a:schemeClr val="accent4">
            <a:lumMod val="20000"/>
            <a:lumOff val="80000"/>
            <a:alpha val="90000"/>
          </a:schemeClr>
        </a:solidFill>
        <a:ln>
          <a:noFill/>
        </a:ln>
      </dgm:spPr>
      <dgm:t>
        <a:bodyPr/>
        <a:lstStyle/>
        <a:p>
          <a:endParaRPr lang="en-US"/>
        </a:p>
      </dgm:t>
    </dgm:pt>
    <dgm:pt modelId="{A7D2359A-73B3-47DB-BD71-FC99B91C35F1}">
      <dgm:prSet/>
      <dgm:spPr>
        <a:solidFill>
          <a:schemeClr val="accent2"/>
        </a:solidFill>
      </dgm:spPr>
      <dgm:t>
        <a:bodyPr/>
        <a:lstStyle/>
        <a:p>
          <a:r>
            <a:rPr lang="en-US" dirty="0"/>
            <a:t>Power</a:t>
          </a:r>
        </a:p>
      </dgm:t>
    </dgm:pt>
    <dgm:pt modelId="{1C432803-5FE1-4546-8D7C-8134E97710D5}" type="parTrans" cxnId="{369AC735-C3DC-4A53-B783-F53FC006047D}">
      <dgm:prSet/>
      <dgm:spPr/>
      <dgm:t>
        <a:bodyPr/>
        <a:lstStyle/>
        <a:p>
          <a:endParaRPr lang="en-US"/>
        </a:p>
      </dgm:t>
    </dgm:pt>
    <dgm:pt modelId="{C58A2CA7-D272-481D-ABF4-27A08E59CE25}" type="sibTrans" cxnId="{369AC735-C3DC-4A53-B783-F53FC006047D}">
      <dgm:prSet/>
      <dgm:spPr>
        <a:solidFill>
          <a:schemeClr val="accent2">
            <a:lumMod val="20000"/>
            <a:lumOff val="80000"/>
            <a:alpha val="90000"/>
          </a:schemeClr>
        </a:solidFill>
        <a:ln>
          <a:noFill/>
        </a:ln>
      </dgm:spPr>
      <dgm:t>
        <a:bodyPr/>
        <a:lstStyle/>
        <a:p>
          <a:endParaRPr lang="en-US"/>
        </a:p>
      </dgm:t>
    </dgm:pt>
    <dgm:pt modelId="{4E86C12D-1BB6-4453-AF1A-24B34FED327A}">
      <dgm:prSet/>
      <dgm:spPr>
        <a:solidFill>
          <a:schemeClr val="accent3"/>
        </a:solidFill>
        <a:ln>
          <a:noFill/>
        </a:ln>
      </dgm:spPr>
      <dgm:t>
        <a:bodyPr/>
        <a:lstStyle/>
        <a:p>
          <a:r>
            <a:rPr lang="en-US" dirty="0"/>
            <a:t>Speed</a:t>
          </a:r>
        </a:p>
      </dgm:t>
    </dgm:pt>
    <dgm:pt modelId="{EC14365E-BEF5-4852-A42C-A8182051B9DE}" type="parTrans" cxnId="{A9AA9B6C-FC6E-4FD6-9EB8-CC611A1BF1C4}">
      <dgm:prSet/>
      <dgm:spPr/>
      <dgm:t>
        <a:bodyPr/>
        <a:lstStyle/>
        <a:p>
          <a:endParaRPr lang="en-US"/>
        </a:p>
      </dgm:t>
    </dgm:pt>
    <dgm:pt modelId="{0E2FE1C9-291B-4C79-8817-A3BB8E3545FD}" type="sibTrans" cxnId="{A9AA9B6C-FC6E-4FD6-9EB8-CC611A1BF1C4}">
      <dgm:prSet/>
      <dgm:spPr/>
      <dgm:t>
        <a:bodyPr/>
        <a:lstStyle/>
        <a:p>
          <a:endParaRPr lang="en-US"/>
        </a:p>
      </dgm:t>
    </dgm:pt>
    <dgm:pt modelId="{458821F1-93C0-7642-B712-4CE893F508A2}" type="pres">
      <dgm:prSet presAssocID="{804BA1F5-43D5-487D-A182-2959400E09F7}" presName="outerComposite" presStyleCnt="0">
        <dgm:presLayoutVars>
          <dgm:chMax val="5"/>
          <dgm:dir/>
          <dgm:resizeHandles val="exact"/>
        </dgm:presLayoutVars>
      </dgm:prSet>
      <dgm:spPr/>
    </dgm:pt>
    <dgm:pt modelId="{1ECA61E1-E725-5045-B173-05113B8F606B}" type="pres">
      <dgm:prSet presAssocID="{804BA1F5-43D5-487D-A182-2959400E09F7}" presName="dummyMaxCanvas" presStyleCnt="0">
        <dgm:presLayoutVars/>
      </dgm:prSet>
      <dgm:spPr/>
    </dgm:pt>
    <dgm:pt modelId="{CED7E44B-473E-DA47-9F1E-1B1C7F3F684A}" type="pres">
      <dgm:prSet presAssocID="{804BA1F5-43D5-487D-A182-2959400E09F7}" presName="FourNodes_1" presStyleLbl="node1" presStyleIdx="0" presStyleCnt="4">
        <dgm:presLayoutVars>
          <dgm:bulletEnabled val="1"/>
        </dgm:presLayoutVars>
      </dgm:prSet>
      <dgm:spPr/>
    </dgm:pt>
    <dgm:pt modelId="{D647F376-3ED7-C444-8F14-6F8C5021A998}" type="pres">
      <dgm:prSet presAssocID="{804BA1F5-43D5-487D-A182-2959400E09F7}" presName="FourNodes_2" presStyleLbl="node1" presStyleIdx="1" presStyleCnt="4">
        <dgm:presLayoutVars>
          <dgm:bulletEnabled val="1"/>
        </dgm:presLayoutVars>
      </dgm:prSet>
      <dgm:spPr/>
    </dgm:pt>
    <dgm:pt modelId="{8A9C31B0-7674-BD44-BEEA-C4976B6AA018}" type="pres">
      <dgm:prSet presAssocID="{804BA1F5-43D5-487D-A182-2959400E09F7}" presName="FourNodes_3" presStyleLbl="node1" presStyleIdx="2" presStyleCnt="4">
        <dgm:presLayoutVars>
          <dgm:bulletEnabled val="1"/>
        </dgm:presLayoutVars>
      </dgm:prSet>
      <dgm:spPr/>
    </dgm:pt>
    <dgm:pt modelId="{C04B6330-8B49-A244-9A5D-6589B31C75D2}" type="pres">
      <dgm:prSet presAssocID="{804BA1F5-43D5-487D-A182-2959400E09F7}" presName="FourNodes_4" presStyleLbl="node1" presStyleIdx="3" presStyleCnt="4">
        <dgm:presLayoutVars>
          <dgm:bulletEnabled val="1"/>
        </dgm:presLayoutVars>
      </dgm:prSet>
      <dgm:spPr/>
    </dgm:pt>
    <dgm:pt modelId="{F902FCB0-1729-E342-BD30-37866290C699}" type="pres">
      <dgm:prSet presAssocID="{804BA1F5-43D5-487D-A182-2959400E09F7}" presName="FourConn_1-2" presStyleLbl="fgAccFollowNode1" presStyleIdx="0" presStyleCnt="3">
        <dgm:presLayoutVars>
          <dgm:bulletEnabled val="1"/>
        </dgm:presLayoutVars>
      </dgm:prSet>
      <dgm:spPr/>
    </dgm:pt>
    <dgm:pt modelId="{91AC3CB0-74FF-DA4A-A612-88ECB9F5D953}" type="pres">
      <dgm:prSet presAssocID="{804BA1F5-43D5-487D-A182-2959400E09F7}" presName="FourConn_2-3" presStyleLbl="fgAccFollowNode1" presStyleIdx="1" presStyleCnt="3">
        <dgm:presLayoutVars>
          <dgm:bulletEnabled val="1"/>
        </dgm:presLayoutVars>
      </dgm:prSet>
      <dgm:spPr/>
    </dgm:pt>
    <dgm:pt modelId="{E2B63BC3-2E04-E34E-A86B-328FDF6F7FF1}" type="pres">
      <dgm:prSet presAssocID="{804BA1F5-43D5-487D-A182-2959400E09F7}" presName="FourConn_3-4" presStyleLbl="fgAccFollowNode1" presStyleIdx="2" presStyleCnt="3">
        <dgm:presLayoutVars>
          <dgm:bulletEnabled val="1"/>
        </dgm:presLayoutVars>
      </dgm:prSet>
      <dgm:spPr/>
    </dgm:pt>
    <dgm:pt modelId="{994A24B5-5760-4D46-932F-1E81A0BE785B}" type="pres">
      <dgm:prSet presAssocID="{804BA1F5-43D5-487D-A182-2959400E09F7}" presName="FourNodes_1_text" presStyleLbl="node1" presStyleIdx="3" presStyleCnt="4">
        <dgm:presLayoutVars>
          <dgm:bulletEnabled val="1"/>
        </dgm:presLayoutVars>
      </dgm:prSet>
      <dgm:spPr/>
    </dgm:pt>
    <dgm:pt modelId="{05FBA237-B1D0-7F49-9FBB-5FBB1D83C8C5}" type="pres">
      <dgm:prSet presAssocID="{804BA1F5-43D5-487D-A182-2959400E09F7}" presName="FourNodes_2_text" presStyleLbl="node1" presStyleIdx="3" presStyleCnt="4">
        <dgm:presLayoutVars>
          <dgm:bulletEnabled val="1"/>
        </dgm:presLayoutVars>
      </dgm:prSet>
      <dgm:spPr/>
    </dgm:pt>
    <dgm:pt modelId="{7EEE58D6-85A5-D44E-AE23-8C50C2683C73}" type="pres">
      <dgm:prSet presAssocID="{804BA1F5-43D5-487D-A182-2959400E09F7}" presName="FourNodes_3_text" presStyleLbl="node1" presStyleIdx="3" presStyleCnt="4">
        <dgm:presLayoutVars>
          <dgm:bulletEnabled val="1"/>
        </dgm:presLayoutVars>
      </dgm:prSet>
      <dgm:spPr/>
    </dgm:pt>
    <dgm:pt modelId="{EE8324B3-053F-2A4A-8670-F0F10E5E7632}" type="pres">
      <dgm:prSet presAssocID="{804BA1F5-43D5-487D-A182-2959400E09F7}" presName="FourNodes_4_text" presStyleLbl="node1" presStyleIdx="3" presStyleCnt="4">
        <dgm:presLayoutVars>
          <dgm:bulletEnabled val="1"/>
        </dgm:presLayoutVars>
      </dgm:prSet>
      <dgm:spPr/>
    </dgm:pt>
  </dgm:ptLst>
  <dgm:cxnLst>
    <dgm:cxn modelId="{FAA7A400-B260-4E0F-9D54-FF69B0E4A5D3}" srcId="{804BA1F5-43D5-487D-A182-2959400E09F7}" destId="{1990BCF3-3971-44DE-A8CF-F4FF46F07F3E}" srcOrd="0" destOrd="0" parTransId="{936D361E-5F11-497E-B404-F3F0B1EC6D0F}" sibTransId="{319C3F7F-F1EA-4996-8273-6F33E5BAAA35}"/>
    <dgm:cxn modelId="{46A4871B-5B18-D54E-8A53-5D60E35F249A}" type="presOf" srcId="{C58A2CA7-D272-481D-ABF4-27A08E59CE25}" destId="{E2B63BC3-2E04-E34E-A86B-328FDF6F7FF1}" srcOrd="0" destOrd="0" presId="urn:microsoft.com/office/officeart/2005/8/layout/vProcess5"/>
    <dgm:cxn modelId="{6F726C30-3E8A-0A49-B3BA-5C7D0FBAAE12}" type="presOf" srcId="{77664A86-6D63-47F1-8A13-DCA46D457C97}" destId="{05FBA237-B1D0-7F49-9FBB-5FBB1D83C8C5}" srcOrd="1" destOrd="0" presId="urn:microsoft.com/office/officeart/2005/8/layout/vProcess5"/>
    <dgm:cxn modelId="{DF98D633-A933-7C40-9865-43C25174CA67}" type="presOf" srcId="{4E86C12D-1BB6-4453-AF1A-24B34FED327A}" destId="{C04B6330-8B49-A244-9A5D-6589B31C75D2}" srcOrd="0" destOrd="0" presId="urn:microsoft.com/office/officeart/2005/8/layout/vProcess5"/>
    <dgm:cxn modelId="{369AC735-C3DC-4A53-B783-F53FC006047D}" srcId="{804BA1F5-43D5-487D-A182-2959400E09F7}" destId="{A7D2359A-73B3-47DB-BD71-FC99B91C35F1}" srcOrd="2" destOrd="0" parTransId="{1C432803-5FE1-4546-8D7C-8134E97710D5}" sibTransId="{C58A2CA7-D272-481D-ABF4-27A08E59CE25}"/>
    <dgm:cxn modelId="{53C4513A-90C7-0B40-8ECD-92163E1E754B}" type="presOf" srcId="{A7D2359A-73B3-47DB-BD71-FC99B91C35F1}" destId="{7EEE58D6-85A5-D44E-AE23-8C50C2683C73}" srcOrd="1" destOrd="0" presId="urn:microsoft.com/office/officeart/2005/8/layout/vProcess5"/>
    <dgm:cxn modelId="{5CD18A3D-C315-0140-8308-A8D22EFA8B88}" type="presOf" srcId="{77664A86-6D63-47F1-8A13-DCA46D457C97}" destId="{D647F376-3ED7-C444-8F14-6F8C5021A998}" srcOrd="0" destOrd="0" presId="urn:microsoft.com/office/officeart/2005/8/layout/vProcess5"/>
    <dgm:cxn modelId="{A9AA9B6C-FC6E-4FD6-9EB8-CC611A1BF1C4}" srcId="{804BA1F5-43D5-487D-A182-2959400E09F7}" destId="{4E86C12D-1BB6-4453-AF1A-24B34FED327A}" srcOrd="3" destOrd="0" parTransId="{EC14365E-BEF5-4852-A42C-A8182051B9DE}" sibTransId="{0E2FE1C9-291B-4C79-8817-A3BB8E3545FD}"/>
    <dgm:cxn modelId="{E0576383-FF81-6A49-BFF4-F3DDAB0DFFAC}" type="presOf" srcId="{265B97FA-D4A1-4FB8-B189-9E59CE38EBFC}" destId="{91AC3CB0-74FF-DA4A-A612-88ECB9F5D953}" srcOrd="0" destOrd="0" presId="urn:microsoft.com/office/officeart/2005/8/layout/vProcess5"/>
    <dgm:cxn modelId="{2ADEFD89-86A8-4029-967D-1FBBC51D3351}" srcId="{804BA1F5-43D5-487D-A182-2959400E09F7}" destId="{77664A86-6D63-47F1-8A13-DCA46D457C97}" srcOrd="1" destOrd="0" parTransId="{A30CB9FE-6EE7-4BB2-AEB4-A5708A58D4EE}" sibTransId="{265B97FA-D4A1-4FB8-B189-9E59CE38EBFC}"/>
    <dgm:cxn modelId="{3134278E-094F-1344-A84C-D7D6221CDECB}" type="presOf" srcId="{1990BCF3-3971-44DE-A8CF-F4FF46F07F3E}" destId="{994A24B5-5760-4D46-932F-1E81A0BE785B}" srcOrd="1" destOrd="0" presId="urn:microsoft.com/office/officeart/2005/8/layout/vProcess5"/>
    <dgm:cxn modelId="{CECB46A2-2366-654B-AA06-F6BFA34AB281}" type="presOf" srcId="{319C3F7F-F1EA-4996-8273-6F33E5BAAA35}" destId="{F902FCB0-1729-E342-BD30-37866290C699}" srcOrd="0" destOrd="0" presId="urn:microsoft.com/office/officeart/2005/8/layout/vProcess5"/>
    <dgm:cxn modelId="{CDF250B4-4E88-8E46-8A49-17733FBC4140}" type="presOf" srcId="{4E86C12D-1BB6-4453-AF1A-24B34FED327A}" destId="{EE8324B3-053F-2A4A-8670-F0F10E5E7632}" srcOrd="1" destOrd="0" presId="urn:microsoft.com/office/officeart/2005/8/layout/vProcess5"/>
    <dgm:cxn modelId="{A58053BB-2432-CD45-A292-37D536B96737}" type="presOf" srcId="{804BA1F5-43D5-487D-A182-2959400E09F7}" destId="{458821F1-93C0-7642-B712-4CE893F508A2}" srcOrd="0" destOrd="0" presId="urn:microsoft.com/office/officeart/2005/8/layout/vProcess5"/>
    <dgm:cxn modelId="{E6EDD7C8-3FA8-A247-849C-89D665B47DB4}" type="presOf" srcId="{1990BCF3-3971-44DE-A8CF-F4FF46F07F3E}" destId="{CED7E44B-473E-DA47-9F1E-1B1C7F3F684A}" srcOrd="0" destOrd="0" presId="urn:microsoft.com/office/officeart/2005/8/layout/vProcess5"/>
    <dgm:cxn modelId="{579AA3D7-D428-D843-BF96-5746C7AD1332}" type="presOf" srcId="{A7D2359A-73B3-47DB-BD71-FC99B91C35F1}" destId="{8A9C31B0-7674-BD44-BEEA-C4976B6AA018}" srcOrd="0" destOrd="0" presId="urn:microsoft.com/office/officeart/2005/8/layout/vProcess5"/>
    <dgm:cxn modelId="{50D370DB-CDA8-9443-89B8-4D7A565931DA}" type="presParOf" srcId="{458821F1-93C0-7642-B712-4CE893F508A2}" destId="{1ECA61E1-E725-5045-B173-05113B8F606B}" srcOrd="0" destOrd="0" presId="urn:microsoft.com/office/officeart/2005/8/layout/vProcess5"/>
    <dgm:cxn modelId="{ABBD612A-A587-6A4A-B386-10EC4D13A298}" type="presParOf" srcId="{458821F1-93C0-7642-B712-4CE893F508A2}" destId="{CED7E44B-473E-DA47-9F1E-1B1C7F3F684A}" srcOrd="1" destOrd="0" presId="urn:microsoft.com/office/officeart/2005/8/layout/vProcess5"/>
    <dgm:cxn modelId="{237E29FD-24CE-0047-B58F-9D6062258E1B}" type="presParOf" srcId="{458821F1-93C0-7642-B712-4CE893F508A2}" destId="{D647F376-3ED7-C444-8F14-6F8C5021A998}" srcOrd="2" destOrd="0" presId="urn:microsoft.com/office/officeart/2005/8/layout/vProcess5"/>
    <dgm:cxn modelId="{9DFE1A96-B184-5F41-AFFB-238557A1FDFE}" type="presParOf" srcId="{458821F1-93C0-7642-B712-4CE893F508A2}" destId="{8A9C31B0-7674-BD44-BEEA-C4976B6AA018}" srcOrd="3" destOrd="0" presId="urn:microsoft.com/office/officeart/2005/8/layout/vProcess5"/>
    <dgm:cxn modelId="{135778D9-82E0-E74E-AF64-721F09B97B4C}" type="presParOf" srcId="{458821F1-93C0-7642-B712-4CE893F508A2}" destId="{C04B6330-8B49-A244-9A5D-6589B31C75D2}" srcOrd="4" destOrd="0" presId="urn:microsoft.com/office/officeart/2005/8/layout/vProcess5"/>
    <dgm:cxn modelId="{6B42AD7E-243A-A442-805B-BF1D994FAEDB}" type="presParOf" srcId="{458821F1-93C0-7642-B712-4CE893F508A2}" destId="{F902FCB0-1729-E342-BD30-37866290C699}" srcOrd="5" destOrd="0" presId="urn:microsoft.com/office/officeart/2005/8/layout/vProcess5"/>
    <dgm:cxn modelId="{128EE16C-99D7-6846-BFF4-E8218A2A3721}" type="presParOf" srcId="{458821F1-93C0-7642-B712-4CE893F508A2}" destId="{91AC3CB0-74FF-DA4A-A612-88ECB9F5D953}" srcOrd="6" destOrd="0" presId="urn:microsoft.com/office/officeart/2005/8/layout/vProcess5"/>
    <dgm:cxn modelId="{FAE24875-F487-AF4E-B6E2-FA62C82E235A}" type="presParOf" srcId="{458821F1-93C0-7642-B712-4CE893F508A2}" destId="{E2B63BC3-2E04-E34E-A86B-328FDF6F7FF1}" srcOrd="7" destOrd="0" presId="urn:microsoft.com/office/officeart/2005/8/layout/vProcess5"/>
    <dgm:cxn modelId="{C438526D-0849-9C4D-8460-F76FD911B4AC}" type="presParOf" srcId="{458821F1-93C0-7642-B712-4CE893F508A2}" destId="{994A24B5-5760-4D46-932F-1E81A0BE785B}" srcOrd="8" destOrd="0" presId="urn:microsoft.com/office/officeart/2005/8/layout/vProcess5"/>
    <dgm:cxn modelId="{A40F49C9-91D9-3244-ACC7-D9154501F4F9}" type="presParOf" srcId="{458821F1-93C0-7642-B712-4CE893F508A2}" destId="{05FBA237-B1D0-7F49-9FBB-5FBB1D83C8C5}" srcOrd="9" destOrd="0" presId="urn:microsoft.com/office/officeart/2005/8/layout/vProcess5"/>
    <dgm:cxn modelId="{29D502A4-47FA-724D-87F9-D3FE0DC709FD}" type="presParOf" srcId="{458821F1-93C0-7642-B712-4CE893F508A2}" destId="{7EEE58D6-85A5-D44E-AE23-8C50C2683C73}" srcOrd="10" destOrd="0" presId="urn:microsoft.com/office/officeart/2005/8/layout/vProcess5"/>
    <dgm:cxn modelId="{FD1A84BF-9ECF-344A-BB01-41ED46E0D7A2}" type="presParOf" srcId="{458821F1-93C0-7642-B712-4CE893F508A2}" destId="{EE8324B3-053F-2A4A-8670-F0F10E5E7632}" srcOrd="11"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04BA1F5-43D5-487D-A182-2959400E09F7}" type="doc">
      <dgm:prSet loTypeId="urn:microsoft.com/office/officeart/2005/8/layout/vProcess5" loCatId="process" qsTypeId="urn:microsoft.com/office/officeart/2005/8/quickstyle/simple1" qsCatId="simple" csTypeId="urn:microsoft.com/office/officeart/2005/8/colors/colorful1" csCatId="colorful" phldr="1"/>
      <dgm:spPr/>
      <dgm:t>
        <a:bodyPr/>
        <a:lstStyle/>
        <a:p>
          <a:endParaRPr lang="en-US"/>
        </a:p>
      </dgm:t>
    </dgm:pt>
    <dgm:pt modelId="{1990BCF3-3971-44DE-A8CF-F4FF46F07F3E}">
      <dgm:prSet/>
      <dgm:spPr>
        <a:solidFill>
          <a:schemeClr val="accent5"/>
        </a:solidFill>
      </dgm:spPr>
      <dgm:t>
        <a:bodyPr/>
        <a:lstStyle/>
        <a:p>
          <a:r>
            <a:rPr lang="en-US" dirty="0"/>
            <a:t>Swing Decision</a:t>
          </a:r>
        </a:p>
      </dgm:t>
    </dgm:pt>
    <dgm:pt modelId="{936D361E-5F11-497E-B404-F3F0B1EC6D0F}" type="parTrans" cxnId="{FAA7A400-B260-4E0F-9D54-FF69B0E4A5D3}">
      <dgm:prSet/>
      <dgm:spPr/>
      <dgm:t>
        <a:bodyPr/>
        <a:lstStyle/>
        <a:p>
          <a:endParaRPr lang="en-US"/>
        </a:p>
      </dgm:t>
    </dgm:pt>
    <dgm:pt modelId="{319C3F7F-F1EA-4996-8273-6F33E5BAAA35}" type="sibTrans" cxnId="{FAA7A400-B260-4E0F-9D54-FF69B0E4A5D3}">
      <dgm:prSet/>
      <dgm:spPr>
        <a:solidFill>
          <a:schemeClr val="bg2">
            <a:lumMod val="75000"/>
          </a:schemeClr>
        </a:solidFill>
        <a:ln>
          <a:solidFill>
            <a:schemeClr val="bg2">
              <a:lumMod val="50000"/>
            </a:schemeClr>
          </a:solidFill>
        </a:ln>
      </dgm:spPr>
      <dgm:t>
        <a:bodyPr/>
        <a:lstStyle/>
        <a:p>
          <a:endParaRPr lang="en-US"/>
        </a:p>
      </dgm:t>
    </dgm:pt>
    <dgm:pt modelId="{77664A86-6D63-47F1-8A13-DCA46D457C97}">
      <dgm:prSet/>
      <dgm:spPr>
        <a:solidFill>
          <a:schemeClr val="bg2">
            <a:lumMod val="75000"/>
          </a:schemeClr>
        </a:solidFill>
      </dgm:spPr>
      <dgm:t>
        <a:bodyPr/>
        <a:lstStyle/>
        <a:p>
          <a:r>
            <a:rPr lang="en-US" dirty="0"/>
            <a:t>Contact</a:t>
          </a:r>
        </a:p>
      </dgm:t>
    </dgm:pt>
    <dgm:pt modelId="{A30CB9FE-6EE7-4BB2-AEB4-A5708A58D4EE}" type="parTrans" cxnId="{2ADEFD89-86A8-4029-967D-1FBBC51D3351}">
      <dgm:prSet/>
      <dgm:spPr/>
      <dgm:t>
        <a:bodyPr/>
        <a:lstStyle/>
        <a:p>
          <a:endParaRPr lang="en-US"/>
        </a:p>
      </dgm:t>
    </dgm:pt>
    <dgm:pt modelId="{265B97FA-D4A1-4FB8-B189-9E59CE38EBFC}" type="sibTrans" cxnId="{2ADEFD89-86A8-4029-967D-1FBBC51D3351}">
      <dgm:prSet/>
      <dgm:spPr>
        <a:solidFill>
          <a:schemeClr val="bg2">
            <a:lumMod val="75000"/>
          </a:schemeClr>
        </a:solidFill>
        <a:ln>
          <a:solidFill>
            <a:schemeClr val="bg2">
              <a:lumMod val="50000"/>
            </a:schemeClr>
          </a:solidFill>
        </a:ln>
      </dgm:spPr>
      <dgm:t>
        <a:bodyPr/>
        <a:lstStyle/>
        <a:p>
          <a:endParaRPr lang="en-US"/>
        </a:p>
      </dgm:t>
    </dgm:pt>
    <dgm:pt modelId="{A7D2359A-73B3-47DB-BD71-FC99B91C35F1}">
      <dgm:prSet/>
      <dgm:spPr>
        <a:solidFill>
          <a:schemeClr val="bg2">
            <a:lumMod val="75000"/>
          </a:schemeClr>
        </a:solidFill>
      </dgm:spPr>
      <dgm:t>
        <a:bodyPr/>
        <a:lstStyle/>
        <a:p>
          <a:r>
            <a:rPr lang="en-US" dirty="0"/>
            <a:t>Power</a:t>
          </a:r>
        </a:p>
      </dgm:t>
    </dgm:pt>
    <dgm:pt modelId="{1C432803-5FE1-4546-8D7C-8134E97710D5}" type="parTrans" cxnId="{369AC735-C3DC-4A53-B783-F53FC006047D}">
      <dgm:prSet/>
      <dgm:spPr/>
      <dgm:t>
        <a:bodyPr/>
        <a:lstStyle/>
        <a:p>
          <a:endParaRPr lang="en-US"/>
        </a:p>
      </dgm:t>
    </dgm:pt>
    <dgm:pt modelId="{C58A2CA7-D272-481D-ABF4-27A08E59CE25}" type="sibTrans" cxnId="{369AC735-C3DC-4A53-B783-F53FC006047D}">
      <dgm:prSet/>
      <dgm:spPr>
        <a:solidFill>
          <a:schemeClr val="bg2">
            <a:lumMod val="75000"/>
          </a:schemeClr>
        </a:solidFill>
        <a:ln>
          <a:solidFill>
            <a:schemeClr val="bg2">
              <a:lumMod val="50000"/>
            </a:schemeClr>
          </a:solidFill>
        </a:ln>
      </dgm:spPr>
      <dgm:t>
        <a:bodyPr/>
        <a:lstStyle/>
        <a:p>
          <a:endParaRPr lang="en-US"/>
        </a:p>
      </dgm:t>
    </dgm:pt>
    <dgm:pt modelId="{4E86C12D-1BB6-4453-AF1A-24B34FED327A}">
      <dgm:prSet/>
      <dgm:spPr>
        <a:solidFill>
          <a:schemeClr val="bg2">
            <a:lumMod val="75000"/>
          </a:schemeClr>
        </a:solidFill>
      </dgm:spPr>
      <dgm:t>
        <a:bodyPr/>
        <a:lstStyle/>
        <a:p>
          <a:r>
            <a:rPr lang="en-US" dirty="0"/>
            <a:t>Speed</a:t>
          </a:r>
        </a:p>
      </dgm:t>
    </dgm:pt>
    <dgm:pt modelId="{EC14365E-BEF5-4852-A42C-A8182051B9DE}" type="parTrans" cxnId="{A9AA9B6C-FC6E-4FD6-9EB8-CC611A1BF1C4}">
      <dgm:prSet/>
      <dgm:spPr/>
      <dgm:t>
        <a:bodyPr/>
        <a:lstStyle/>
        <a:p>
          <a:endParaRPr lang="en-US"/>
        </a:p>
      </dgm:t>
    </dgm:pt>
    <dgm:pt modelId="{0E2FE1C9-291B-4C79-8817-A3BB8E3545FD}" type="sibTrans" cxnId="{A9AA9B6C-FC6E-4FD6-9EB8-CC611A1BF1C4}">
      <dgm:prSet/>
      <dgm:spPr/>
      <dgm:t>
        <a:bodyPr/>
        <a:lstStyle/>
        <a:p>
          <a:endParaRPr lang="en-US"/>
        </a:p>
      </dgm:t>
    </dgm:pt>
    <dgm:pt modelId="{458821F1-93C0-7642-B712-4CE893F508A2}" type="pres">
      <dgm:prSet presAssocID="{804BA1F5-43D5-487D-A182-2959400E09F7}" presName="outerComposite" presStyleCnt="0">
        <dgm:presLayoutVars>
          <dgm:chMax val="5"/>
          <dgm:dir/>
          <dgm:resizeHandles val="exact"/>
        </dgm:presLayoutVars>
      </dgm:prSet>
      <dgm:spPr/>
    </dgm:pt>
    <dgm:pt modelId="{1ECA61E1-E725-5045-B173-05113B8F606B}" type="pres">
      <dgm:prSet presAssocID="{804BA1F5-43D5-487D-A182-2959400E09F7}" presName="dummyMaxCanvas" presStyleCnt="0">
        <dgm:presLayoutVars/>
      </dgm:prSet>
      <dgm:spPr/>
    </dgm:pt>
    <dgm:pt modelId="{CED7E44B-473E-DA47-9F1E-1B1C7F3F684A}" type="pres">
      <dgm:prSet presAssocID="{804BA1F5-43D5-487D-A182-2959400E09F7}" presName="FourNodes_1" presStyleLbl="node1" presStyleIdx="0" presStyleCnt="4">
        <dgm:presLayoutVars>
          <dgm:bulletEnabled val="1"/>
        </dgm:presLayoutVars>
      </dgm:prSet>
      <dgm:spPr/>
    </dgm:pt>
    <dgm:pt modelId="{D647F376-3ED7-C444-8F14-6F8C5021A998}" type="pres">
      <dgm:prSet presAssocID="{804BA1F5-43D5-487D-A182-2959400E09F7}" presName="FourNodes_2" presStyleLbl="node1" presStyleIdx="1" presStyleCnt="4">
        <dgm:presLayoutVars>
          <dgm:bulletEnabled val="1"/>
        </dgm:presLayoutVars>
      </dgm:prSet>
      <dgm:spPr/>
    </dgm:pt>
    <dgm:pt modelId="{8A9C31B0-7674-BD44-BEEA-C4976B6AA018}" type="pres">
      <dgm:prSet presAssocID="{804BA1F5-43D5-487D-A182-2959400E09F7}" presName="FourNodes_3" presStyleLbl="node1" presStyleIdx="2" presStyleCnt="4">
        <dgm:presLayoutVars>
          <dgm:bulletEnabled val="1"/>
        </dgm:presLayoutVars>
      </dgm:prSet>
      <dgm:spPr/>
    </dgm:pt>
    <dgm:pt modelId="{C04B6330-8B49-A244-9A5D-6589B31C75D2}" type="pres">
      <dgm:prSet presAssocID="{804BA1F5-43D5-487D-A182-2959400E09F7}" presName="FourNodes_4" presStyleLbl="node1" presStyleIdx="3" presStyleCnt="4">
        <dgm:presLayoutVars>
          <dgm:bulletEnabled val="1"/>
        </dgm:presLayoutVars>
      </dgm:prSet>
      <dgm:spPr/>
    </dgm:pt>
    <dgm:pt modelId="{F902FCB0-1729-E342-BD30-37866290C699}" type="pres">
      <dgm:prSet presAssocID="{804BA1F5-43D5-487D-A182-2959400E09F7}" presName="FourConn_1-2" presStyleLbl="fgAccFollowNode1" presStyleIdx="0" presStyleCnt="3">
        <dgm:presLayoutVars>
          <dgm:bulletEnabled val="1"/>
        </dgm:presLayoutVars>
      </dgm:prSet>
      <dgm:spPr/>
    </dgm:pt>
    <dgm:pt modelId="{91AC3CB0-74FF-DA4A-A612-88ECB9F5D953}" type="pres">
      <dgm:prSet presAssocID="{804BA1F5-43D5-487D-A182-2959400E09F7}" presName="FourConn_2-3" presStyleLbl="fgAccFollowNode1" presStyleIdx="1" presStyleCnt="3">
        <dgm:presLayoutVars>
          <dgm:bulletEnabled val="1"/>
        </dgm:presLayoutVars>
      </dgm:prSet>
      <dgm:spPr/>
    </dgm:pt>
    <dgm:pt modelId="{E2B63BC3-2E04-E34E-A86B-328FDF6F7FF1}" type="pres">
      <dgm:prSet presAssocID="{804BA1F5-43D5-487D-A182-2959400E09F7}" presName="FourConn_3-4" presStyleLbl="fgAccFollowNode1" presStyleIdx="2" presStyleCnt="3">
        <dgm:presLayoutVars>
          <dgm:bulletEnabled val="1"/>
        </dgm:presLayoutVars>
      </dgm:prSet>
      <dgm:spPr/>
    </dgm:pt>
    <dgm:pt modelId="{994A24B5-5760-4D46-932F-1E81A0BE785B}" type="pres">
      <dgm:prSet presAssocID="{804BA1F5-43D5-487D-A182-2959400E09F7}" presName="FourNodes_1_text" presStyleLbl="node1" presStyleIdx="3" presStyleCnt="4">
        <dgm:presLayoutVars>
          <dgm:bulletEnabled val="1"/>
        </dgm:presLayoutVars>
      </dgm:prSet>
      <dgm:spPr/>
    </dgm:pt>
    <dgm:pt modelId="{05FBA237-B1D0-7F49-9FBB-5FBB1D83C8C5}" type="pres">
      <dgm:prSet presAssocID="{804BA1F5-43D5-487D-A182-2959400E09F7}" presName="FourNodes_2_text" presStyleLbl="node1" presStyleIdx="3" presStyleCnt="4">
        <dgm:presLayoutVars>
          <dgm:bulletEnabled val="1"/>
        </dgm:presLayoutVars>
      </dgm:prSet>
      <dgm:spPr/>
    </dgm:pt>
    <dgm:pt modelId="{7EEE58D6-85A5-D44E-AE23-8C50C2683C73}" type="pres">
      <dgm:prSet presAssocID="{804BA1F5-43D5-487D-A182-2959400E09F7}" presName="FourNodes_3_text" presStyleLbl="node1" presStyleIdx="3" presStyleCnt="4">
        <dgm:presLayoutVars>
          <dgm:bulletEnabled val="1"/>
        </dgm:presLayoutVars>
      </dgm:prSet>
      <dgm:spPr/>
    </dgm:pt>
    <dgm:pt modelId="{EE8324B3-053F-2A4A-8670-F0F10E5E7632}" type="pres">
      <dgm:prSet presAssocID="{804BA1F5-43D5-487D-A182-2959400E09F7}" presName="FourNodes_4_text" presStyleLbl="node1" presStyleIdx="3" presStyleCnt="4">
        <dgm:presLayoutVars>
          <dgm:bulletEnabled val="1"/>
        </dgm:presLayoutVars>
      </dgm:prSet>
      <dgm:spPr/>
    </dgm:pt>
  </dgm:ptLst>
  <dgm:cxnLst>
    <dgm:cxn modelId="{FAA7A400-B260-4E0F-9D54-FF69B0E4A5D3}" srcId="{804BA1F5-43D5-487D-A182-2959400E09F7}" destId="{1990BCF3-3971-44DE-A8CF-F4FF46F07F3E}" srcOrd="0" destOrd="0" parTransId="{936D361E-5F11-497E-B404-F3F0B1EC6D0F}" sibTransId="{319C3F7F-F1EA-4996-8273-6F33E5BAAA35}"/>
    <dgm:cxn modelId="{46A4871B-5B18-D54E-8A53-5D60E35F249A}" type="presOf" srcId="{C58A2CA7-D272-481D-ABF4-27A08E59CE25}" destId="{E2B63BC3-2E04-E34E-A86B-328FDF6F7FF1}" srcOrd="0" destOrd="0" presId="urn:microsoft.com/office/officeart/2005/8/layout/vProcess5"/>
    <dgm:cxn modelId="{6F726C30-3E8A-0A49-B3BA-5C7D0FBAAE12}" type="presOf" srcId="{77664A86-6D63-47F1-8A13-DCA46D457C97}" destId="{05FBA237-B1D0-7F49-9FBB-5FBB1D83C8C5}" srcOrd="1" destOrd="0" presId="urn:microsoft.com/office/officeart/2005/8/layout/vProcess5"/>
    <dgm:cxn modelId="{DF98D633-A933-7C40-9865-43C25174CA67}" type="presOf" srcId="{4E86C12D-1BB6-4453-AF1A-24B34FED327A}" destId="{C04B6330-8B49-A244-9A5D-6589B31C75D2}" srcOrd="0" destOrd="0" presId="urn:microsoft.com/office/officeart/2005/8/layout/vProcess5"/>
    <dgm:cxn modelId="{369AC735-C3DC-4A53-B783-F53FC006047D}" srcId="{804BA1F5-43D5-487D-A182-2959400E09F7}" destId="{A7D2359A-73B3-47DB-BD71-FC99B91C35F1}" srcOrd="2" destOrd="0" parTransId="{1C432803-5FE1-4546-8D7C-8134E97710D5}" sibTransId="{C58A2CA7-D272-481D-ABF4-27A08E59CE25}"/>
    <dgm:cxn modelId="{53C4513A-90C7-0B40-8ECD-92163E1E754B}" type="presOf" srcId="{A7D2359A-73B3-47DB-BD71-FC99B91C35F1}" destId="{7EEE58D6-85A5-D44E-AE23-8C50C2683C73}" srcOrd="1" destOrd="0" presId="urn:microsoft.com/office/officeart/2005/8/layout/vProcess5"/>
    <dgm:cxn modelId="{5CD18A3D-C315-0140-8308-A8D22EFA8B88}" type="presOf" srcId="{77664A86-6D63-47F1-8A13-DCA46D457C97}" destId="{D647F376-3ED7-C444-8F14-6F8C5021A998}" srcOrd="0" destOrd="0" presId="urn:microsoft.com/office/officeart/2005/8/layout/vProcess5"/>
    <dgm:cxn modelId="{A9AA9B6C-FC6E-4FD6-9EB8-CC611A1BF1C4}" srcId="{804BA1F5-43D5-487D-A182-2959400E09F7}" destId="{4E86C12D-1BB6-4453-AF1A-24B34FED327A}" srcOrd="3" destOrd="0" parTransId="{EC14365E-BEF5-4852-A42C-A8182051B9DE}" sibTransId="{0E2FE1C9-291B-4C79-8817-A3BB8E3545FD}"/>
    <dgm:cxn modelId="{E0576383-FF81-6A49-BFF4-F3DDAB0DFFAC}" type="presOf" srcId="{265B97FA-D4A1-4FB8-B189-9E59CE38EBFC}" destId="{91AC3CB0-74FF-DA4A-A612-88ECB9F5D953}" srcOrd="0" destOrd="0" presId="urn:microsoft.com/office/officeart/2005/8/layout/vProcess5"/>
    <dgm:cxn modelId="{2ADEFD89-86A8-4029-967D-1FBBC51D3351}" srcId="{804BA1F5-43D5-487D-A182-2959400E09F7}" destId="{77664A86-6D63-47F1-8A13-DCA46D457C97}" srcOrd="1" destOrd="0" parTransId="{A30CB9FE-6EE7-4BB2-AEB4-A5708A58D4EE}" sibTransId="{265B97FA-D4A1-4FB8-B189-9E59CE38EBFC}"/>
    <dgm:cxn modelId="{3134278E-094F-1344-A84C-D7D6221CDECB}" type="presOf" srcId="{1990BCF3-3971-44DE-A8CF-F4FF46F07F3E}" destId="{994A24B5-5760-4D46-932F-1E81A0BE785B}" srcOrd="1" destOrd="0" presId="urn:microsoft.com/office/officeart/2005/8/layout/vProcess5"/>
    <dgm:cxn modelId="{CECB46A2-2366-654B-AA06-F6BFA34AB281}" type="presOf" srcId="{319C3F7F-F1EA-4996-8273-6F33E5BAAA35}" destId="{F902FCB0-1729-E342-BD30-37866290C699}" srcOrd="0" destOrd="0" presId="urn:microsoft.com/office/officeart/2005/8/layout/vProcess5"/>
    <dgm:cxn modelId="{CDF250B4-4E88-8E46-8A49-17733FBC4140}" type="presOf" srcId="{4E86C12D-1BB6-4453-AF1A-24B34FED327A}" destId="{EE8324B3-053F-2A4A-8670-F0F10E5E7632}" srcOrd="1" destOrd="0" presId="urn:microsoft.com/office/officeart/2005/8/layout/vProcess5"/>
    <dgm:cxn modelId="{A58053BB-2432-CD45-A292-37D536B96737}" type="presOf" srcId="{804BA1F5-43D5-487D-A182-2959400E09F7}" destId="{458821F1-93C0-7642-B712-4CE893F508A2}" srcOrd="0" destOrd="0" presId="urn:microsoft.com/office/officeart/2005/8/layout/vProcess5"/>
    <dgm:cxn modelId="{E6EDD7C8-3FA8-A247-849C-89D665B47DB4}" type="presOf" srcId="{1990BCF3-3971-44DE-A8CF-F4FF46F07F3E}" destId="{CED7E44B-473E-DA47-9F1E-1B1C7F3F684A}" srcOrd="0" destOrd="0" presId="urn:microsoft.com/office/officeart/2005/8/layout/vProcess5"/>
    <dgm:cxn modelId="{579AA3D7-D428-D843-BF96-5746C7AD1332}" type="presOf" srcId="{A7D2359A-73B3-47DB-BD71-FC99B91C35F1}" destId="{8A9C31B0-7674-BD44-BEEA-C4976B6AA018}" srcOrd="0" destOrd="0" presId="urn:microsoft.com/office/officeart/2005/8/layout/vProcess5"/>
    <dgm:cxn modelId="{50D370DB-CDA8-9443-89B8-4D7A565931DA}" type="presParOf" srcId="{458821F1-93C0-7642-B712-4CE893F508A2}" destId="{1ECA61E1-E725-5045-B173-05113B8F606B}" srcOrd="0" destOrd="0" presId="urn:microsoft.com/office/officeart/2005/8/layout/vProcess5"/>
    <dgm:cxn modelId="{ABBD612A-A587-6A4A-B386-10EC4D13A298}" type="presParOf" srcId="{458821F1-93C0-7642-B712-4CE893F508A2}" destId="{CED7E44B-473E-DA47-9F1E-1B1C7F3F684A}" srcOrd="1" destOrd="0" presId="urn:microsoft.com/office/officeart/2005/8/layout/vProcess5"/>
    <dgm:cxn modelId="{237E29FD-24CE-0047-B58F-9D6062258E1B}" type="presParOf" srcId="{458821F1-93C0-7642-B712-4CE893F508A2}" destId="{D647F376-3ED7-C444-8F14-6F8C5021A998}" srcOrd="2" destOrd="0" presId="urn:microsoft.com/office/officeart/2005/8/layout/vProcess5"/>
    <dgm:cxn modelId="{9DFE1A96-B184-5F41-AFFB-238557A1FDFE}" type="presParOf" srcId="{458821F1-93C0-7642-B712-4CE893F508A2}" destId="{8A9C31B0-7674-BD44-BEEA-C4976B6AA018}" srcOrd="3" destOrd="0" presId="urn:microsoft.com/office/officeart/2005/8/layout/vProcess5"/>
    <dgm:cxn modelId="{135778D9-82E0-E74E-AF64-721F09B97B4C}" type="presParOf" srcId="{458821F1-93C0-7642-B712-4CE893F508A2}" destId="{C04B6330-8B49-A244-9A5D-6589B31C75D2}" srcOrd="4" destOrd="0" presId="urn:microsoft.com/office/officeart/2005/8/layout/vProcess5"/>
    <dgm:cxn modelId="{6B42AD7E-243A-A442-805B-BF1D994FAEDB}" type="presParOf" srcId="{458821F1-93C0-7642-B712-4CE893F508A2}" destId="{F902FCB0-1729-E342-BD30-37866290C699}" srcOrd="5" destOrd="0" presId="urn:microsoft.com/office/officeart/2005/8/layout/vProcess5"/>
    <dgm:cxn modelId="{128EE16C-99D7-6846-BFF4-E8218A2A3721}" type="presParOf" srcId="{458821F1-93C0-7642-B712-4CE893F508A2}" destId="{91AC3CB0-74FF-DA4A-A612-88ECB9F5D953}" srcOrd="6" destOrd="0" presId="urn:microsoft.com/office/officeart/2005/8/layout/vProcess5"/>
    <dgm:cxn modelId="{FAE24875-F487-AF4E-B6E2-FA62C82E235A}" type="presParOf" srcId="{458821F1-93C0-7642-B712-4CE893F508A2}" destId="{E2B63BC3-2E04-E34E-A86B-328FDF6F7FF1}" srcOrd="7" destOrd="0" presId="urn:microsoft.com/office/officeart/2005/8/layout/vProcess5"/>
    <dgm:cxn modelId="{C438526D-0849-9C4D-8460-F76FD911B4AC}" type="presParOf" srcId="{458821F1-93C0-7642-B712-4CE893F508A2}" destId="{994A24B5-5760-4D46-932F-1E81A0BE785B}" srcOrd="8" destOrd="0" presId="urn:microsoft.com/office/officeart/2005/8/layout/vProcess5"/>
    <dgm:cxn modelId="{A40F49C9-91D9-3244-ACC7-D9154501F4F9}" type="presParOf" srcId="{458821F1-93C0-7642-B712-4CE893F508A2}" destId="{05FBA237-B1D0-7F49-9FBB-5FBB1D83C8C5}" srcOrd="9" destOrd="0" presId="urn:microsoft.com/office/officeart/2005/8/layout/vProcess5"/>
    <dgm:cxn modelId="{29D502A4-47FA-724D-87F9-D3FE0DC709FD}" type="presParOf" srcId="{458821F1-93C0-7642-B712-4CE893F508A2}" destId="{7EEE58D6-85A5-D44E-AE23-8C50C2683C73}" srcOrd="10" destOrd="0" presId="urn:microsoft.com/office/officeart/2005/8/layout/vProcess5"/>
    <dgm:cxn modelId="{FD1A84BF-9ECF-344A-BB01-41ED46E0D7A2}" type="presParOf" srcId="{458821F1-93C0-7642-B712-4CE893F508A2}" destId="{EE8324B3-053F-2A4A-8670-F0F10E5E7632}" srcOrd="11"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4287D85-A83D-4078-8154-C0C45DCC739C}" type="doc">
      <dgm:prSet loTypeId="urn:microsoft.com/office/officeart/2005/8/layout/list1" loCatId="list" qsTypeId="urn:microsoft.com/office/officeart/2005/8/quickstyle/simple1" qsCatId="simple" csTypeId="urn:microsoft.com/office/officeart/2005/8/colors/colorful2" csCatId="colorful" phldr="1"/>
      <dgm:spPr/>
      <dgm:t>
        <a:bodyPr/>
        <a:lstStyle/>
        <a:p>
          <a:endParaRPr lang="en-US"/>
        </a:p>
      </dgm:t>
    </dgm:pt>
    <dgm:pt modelId="{6CC5FF00-8449-4A4B-B3F2-4ED76402B852}">
      <dgm:prSet/>
      <dgm:spPr/>
      <dgm:t>
        <a:bodyPr/>
        <a:lstStyle/>
        <a:p>
          <a:r>
            <a:rPr lang="en-US" b="1"/>
            <a:t>Swing Value</a:t>
          </a:r>
          <a:endParaRPr lang="en-US"/>
        </a:p>
      </dgm:t>
    </dgm:pt>
    <dgm:pt modelId="{58143889-E023-400C-814A-84F84F7CEAD6}" type="parTrans" cxnId="{7E3532B6-D6D7-42D4-BE91-41AE2EC89D8D}">
      <dgm:prSet/>
      <dgm:spPr/>
      <dgm:t>
        <a:bodyPr/>
        <a:lstStyle/>
        <a:p>
          <a:endParaRPr lang="en-US"/>
        </a:p>
      </dgm:t>
    </dgm:pt>
    <dgm:pt modelId="{EC7F5E29-0F22-4491-B912-FE4E41BDFD1A}" type="sibTrans" cxnId="{7E3532B6-D6D7-42D4-BE91-41AE2EC89D8D}">
      <dgm:prSet/>
      <dgm:spPr/>
      <dgm:t>
        <a:bodyPr/>
        <a:lstStyle/>
        <a:p>
          <a:endParaRPr lang="en-US"/>
        </a:p>
      </dgm:t>
    </dgm:pt>
    <dgm:pt modelId="{D0F0886A-CD9E-4EF5-8521-55E0D8967587}">
      <dgm:prSet/>
      <dgm:spPr/>
      <dgm:t>
        <a:bodyPr/>
        <a:lstStyle/>
        <a:p>
          <a:pPr>
            <a:buNone/>
          </a:pPr>
          <a:r>
            <a:rPr lang="en-US" dirty="0"/>
            <a:t>Maps to the expected run value of each</a:t>
          </a:r>
        </a:p>
      </dgm:t>
    </dgm:pt>
    <dgm:pt modelId="{BCE68D0C-B2F5-4EDA-B045-83693D61FFC8}" type="parTrans" cxnId="{B83466F4-F2C5-48C6-BD03-DF42F1384300}">
      <dgm:prSet/>
      <dgm:spPr/>
      <dgm:t>
        <a:bodyPr/>
        <a:lstStyle/>
        <a:p>
          <a:endParaRPr lang="en-US"/>
        </a:p>
      </dgm:t>
    </dgm:pt>
    <dgm:pt modelId="{0A8CB59A-2F06-4E47-A4A1-484635FD0591}" type="sibTrans" cxnId="{B83466F4-F2C5-48C6-BD03-DF42F1384300}">
      <dgm:prSet/>
      <dgm:spPr/>
      <dgm:t>
        <a:bodyPr/>
        <a:lstStyle/>
        <a:p>
          <a:endParaRPr lang="en-US"/>
        </a:p>
      </dgm:t>
    </dgm:pt>
    <dgm:pt modelId="{32978B4C-C3CA-4036-9E8F-16FBB79D2AEE}">
      <dgm:prSet/>
      <dgm:spPr/>
      <dgm:t>
        <a:bodyPr/>
        <a:lstStyle/>
        <a:p>
          <a:r>
            <a:rPr lang="en-US" b="1"/>
            <a:t>Swing Prob.</a:t>
          </a:r>
          <a:endParaRPr lang="en-US"/>
        </a:p>
      </dgm:t>
    </dgm:pt>
    <dgm:pt modelId="{78EBCF11-AD47-4FCE-9162-281D1EF3B11A}" type="parTrans" cxnId="{5F2934DE-7335-45C8-8088-2C59B4ED9F70}">
      <dgm:prSet/>
      <dgm:spPr/>
      <dgm:t>
        <a:bodyPr/>
        <a:lstStyle/>
        <a:p>
          <a:endParaRPr lang="en-US"/>
        </a:p>
      </dgm:t>
    </dgm:pt>
    <dgm:pt modelId="{5DB29CD3-73B1-4F16-B11E-EF220D350BA6}" type="sibTrans" cxnId="{5F2934DE-7335-45C8-8088-2C59B4ED9F70}">
      <dgm:prSet/>
      <dgm:spPr/>
      <dgm:t>
        <a:bodyPr/>
        <a:lstStyle/>
        <a:p>
          <a:endParaRPr lang="en-US"/>
        </a:p>
      </dgm:t>
    </dgm:pt>
    <dgm:pt modelId="{62996A0E-A580-4E36-A432-071C13B14A03}">
      <dgm:prSet/>
      <dgm:spPr/>
      <dgm:t>
        <a:bodyPr/>
        <a:lstStyle/>
        <a:p>
          <a:pPr>
            <a:buNone/>
          </a:pPr>
          <a:r>
            <a:rPr lang="en-US" dirty="0"/>
            <a:t>Likelihood the average batter will swing at</a:t>
          </a:r>
        </a:p>
      </dgm:t>
    </dgm:pt>
    <dgm:pt modelId="{FEAFB6B8-FA27-42BB-9C0E-9ABC605D626C}" type="parTrans" cxnId="{0A032D07-A85C-4AD4-A346-8C9133BB2935}">
      <dgm:prSet/>
      <dgm:spPr/>
      <dgm:t>
        <a:bodyPr/>
        <a:lstStyle/>
        <a:p>
          <a:endParaRPr lang="en-US"/>
        </a:p>
      </dgm:t>
    </dgm:pt>
    <dgm:pt modelId="{AA2897DE-7C92-44E8-9C24-890A742A8857}" type="sibTrans" cxnId="{0A032D07-A85C-4AD4-A346-8C9133BB2935}">
      <dgm:prSet/>
      <dgm:spPr/>
      <dgm:t>
        <a:bodyPr/>
        <a:lstStyle/>
        <a:p>
          <a:endParaRPr lang="en-US"/>
        </a:p>
      </dgm:t>
    </dgm:pt>
    <dgm:pt modelId="{B1722D0B-DC94-42E7-91FA-0F5E5E9B74A7}">
      <dgm:prSet/>
      <dgm:spPr/>
      <dgm:t>
        <a:bodyPr/>
        <a:lstStyle/>
        <a:p>
          <a:r>
            <a:rPr lang="en-US" b="1"/>
            <a:t>Called Strike Prob.</a:t>
          </a:r>
          <a:endParaRPr lang="en-US"/>
        </a:p>
      </dgm:t>
    </dgm:pt>
    <dgm:pt modelId="{84B67637-EF39-4F76-B4F7-915D62FA6923}" type="parTrans" cxnId="{2871FCCF-F2C0-408A-90F4-AD7E2ED71F5C}">
      <dgm:prSet/>
      <dgm:spPr/>
      <dgm:t>
        <a:bodyPr/>
        <a:lstStyle/>
        <a:p>
          <a:endParaRPr lang="en-US"/>
        </a:p>
      </dgm:t>
    </dgm:pt>
    <dgm:pt modelId="{7C9BB149-8960-414C-9917-37DF0EA3D833}" type="sibTrans" cxnId="{2871FCCF-F2C0-408A-90F4-AD7E2ED71F5C}">
      <dgm:prSet/>
      <dgm:spPr/>
      <dgm:t>
        <a:bodyPr/>
        <a:lstStyle/>
        <a:p>
          <a:endParaRPr lang="en-US"/>
        </a:p>
      </dgm:t>
    </dgm:pt>
    <dgm:pt modelId="{A136C0A7-9B31-F44F-9291-A02FBBD685BC}">
      <dgm:prSet/>
      <dgm:spPr/>
      <dgm:t>
        <a:bodyPr/>
        <a:lstStyle/>
        <a:p>
          <a:pPr>
            <a:buNone/>
          </a:pPr>
          <a:r>
            <a:rPr lang="en-US" dirty="0"/>
            <a:t>Odds pitch is called a strike based on the</a:t>
          </a:r>
        </a:p>
      </dgm:t>
    </dgm:pt>
    <dgm:pt modelId="{C0623967-C59E-8E46-AFAC-4FC622E966DB}" type="parTrans" cxnId="{9CE9F622-8382-3249-B67E-B777108CFFB3}">
      <dgm:prSet/>
      <dgm:spPr/>
      <dgm:t>
        <a:bodyPr/>
        <a:lstStyle/>
        <a:p>
          <a:endParaRPr lang="en-US"/>
        </a:p>
      </dgm:t>
    </dgm:pt>
    <dgm:pt modelId="{B6AD4DD8-3F30-B741-9BF8-36FE05CF5B0C}" type="sibTrans" cxnId="{9CE9F622-8382-3249-B67E-B777108CFFB3}">
      <dgm:prSet/>
      <dgm:spPr/>
      <dgm:t>
        <a:bodyPr/>
        <a:lstStyle/>
        <a:p>
          <a:endParaRPr lang="en-US"/>
        </a:p>
      </dgm:t>
    </dgm:pt>
    <dgm:pt modelId="{FA1E7D16-C06D-974C-8F3B-EB3F0FC9EB81}">
      <dgm:prSet/>
      <dgm:spPr/>
      <dgm:t>
        <a:bodyPr/>
        <a:lstStyle/>
        <a:p>
          <a:pPr>
            <a:buNone/>
          </a:pPr>
          <a:r>
            <a:rPr lang="en-US" dirty="0"/>
            <a:t>pitch location, given the player does not</a:t>
          </a:r>
        </a:p>
      </dgm:t>
    </dgm:pt>
    <dgm:pt modelId="{D72029EF-173C-E74C-94A7-8912049940CD}" type="parTrans" cxnId="{FFCFF035-3FC2-E44A-9C46-68D11580A349}">
      <dgm:prSet/>
      <dgm:spPr/>
      <dgm:t>
        <a:bodyPr/>
        <a:lstStyle/>
        <a:p>
          <a:endParaRPr lang="en-US"/>
        </a:p>
      </dgm:t>
    </dgm:pt>
    <dgm:pt modelId="{2CBE891A-E010-C149-9A18-FB0452728447}" type="sibTrans" cxnId="{FFCFF035-3FC2-E44A-9C46-68D11580A349}">
      <dgm:prSet/>
      <dgm:spPr/>
      <dgm:t>
        <a:bodyPr/>
        <a:lstStyle/>
        <a:p>
          <a:endParaRPr lang="en-US"/>
        </a:p>
      </dgm:t>
    </dgm:pt>
    <dgm:pt modelId="{49D8C3D9-7CCE-0C47-8725-E464F5B5BC89}">
      <dgm:prSet/>
      <dgm:spPr/>
      <dgm:t>
        <a:bodyPr/>
        <a:lstStyle/>
        <a:p>
          <a:pPr>
            <a:buNone/>
          </a:pPr>
          <a:r>
            <a:rPr lang="en-US" dirty="0"/>
            <a:t>swing</a:t>
          </a:r>
        </a:p>
      </dgm:t>
    </dgm:pt>
    <dgm:pt modelId="{49F9A010-65A7-2C40-8DDA-AE45C6D44B7C}" type="parTrans" cxnId="{4C3A53BB-F89E-A24E-B5DA-65290B842E62}">
      <dgm:prSet/>
      <dgm:spPr/>
      <dgm:t>
        <a:bodyPr/>
        <a:lstStyle/>
        <a:p>
          <a:endParaRPr lang="en-US"/>
        </a:p>
      </dgm:t>
    </dgm:pt>
    <dgm:pt modelId="{64319BB3-9D3C-CB4B-9EB5-B4534A1564A8}" type="sibTrans" cxnId="{4C3A53BB-F89E-A24E-B5DA-65290B842E62}">
      <dgm:prSet/>
      <dgm:spPr/>
      <dgm:t>
        <a:bodyPr/>
        <a:lstStyle/>
        <a:p>
          <a:endParaRPr lang="en-US"/>
        </a:p>
      </dgm:t>
    </dgm:pt>
    <dgm:pt modelId="{CFAE9A26-6077-CD4B-808A-CC998E7CA13C}">
      <dgm:prSet/>
      <dgm:spPr/>
      <dgm:t>
        <a:bodyPr/>
        <a:lstStyle/>
        <a:p>
          <a:pPr>
            <a:buNone/>
          </a:pPr>
          <a:r>
            <a:rPr lang="en-US" dirty="0"/>
            <a:t>a pitch, based on pitch characteristics</a:t>
          </a:r>
        </a:p>
      </dgm:t>
    </dgm:pt>
    <dgm:pt modelId="{491BC32E-F5F6-5A49-B1CA-0FBE3B7B5775}" type="parTrans" cxnId="{36512B48-9FF1-964D-B2A8-00AD1CF50C6A}">
      <dgm:prSet/>
      <dgm:spPr/>
      <dgm:t>
        <a:bodyPr/>
        <a:lstStyle/>
        <a:p>
          <a:endParaRPr lang="en-US"/>
        </a:p>
      </dgm:t>
    </dgm:pt>
    <dgm:pt modelId="{85C64EFC-3C47-7D4B-8BBC-B066AB842795}" type="sibTrans" cxnId="{36512B48-9FF1-964D-B2A8-00AD1CF50C6A}">
      <dgm:prSet/>
      <dgm:spPr/>
      <dgm:t>
        <a:bodyPr/>
        <a:lstStyle/>
        <a:p>
          <a:endParaRPr lang="en-US"/>
        </a:p>
      </dgm:t>
    </dgm:pt>
    <dgm:pt modelId="{6EF174CB-20CA-9141-A811-68BEED8FD585}">
      <dgm:prSet/>
      <dgm:spPr/>
      <dgm:t>
        <a:bodyPr/>
        <a:lstStyle/>
        <a:p>
          <a:pPr>
            <a:buNone/>
          </a:pPr>
          <a:r>
            <a:rPr lang="en-US" dirty="0"/>
            <a:t>Outputs probability of each possible</a:t>
          </a:r>
        </a:p>
      </dgm:t>
    </dgm:pt>
    <dgm:pt modelId="{A08D98C7-43B7-CC46-ACD0-17F4139FEECE}" type="parTrans" cxnId="{ED23E481-04E8-7B41-BC31-24CD2CE8E90E}">
      <dgm:prSet/>
      <dgm:spPr/>
      <dgm:t>
        <a:bodyPr/>
        <a:lstStyle/>
        <a:p>
          <a:endParaRPr lang="en-US"/>
        </a:p>
      </dgm:t>
    </dgm:pt>
    <dgm:pt modelId="{2F689FA8-1B12-9846-A69D-796A114EFE69}" type="sibTrans" cxnId="{ED23E481-04E8-7B41-BC31-24CD2CE8E90E}">
      <dgm:prSet/>
      <dgm:spPr/>
      <dgm:t>
        <a:bodyPr/>
        <a:lstStyle/>
        <a:p>
          <a:endParaRPr lang="en-US"/>
        </a:p>
      </dgm:t>
    </dgm:pt>
    <dgm:pt modelId="{9049B989-46DA-4E4C-BB99-1B19036D2C45}">
      <dgm:prSet/>
      <dgm:spPr/>
      <dgm:t>
        <a:bodyPr/>
        <a:lstStyle/>
        <a:p>
          <a:pPr>
            <a:buNone/>
          </a:pPr>
          <a:r>
            <a:rPr lang="en-US" dirty="0"/>
            <a:t>result given Swing</a:t>
          </a:r>
        </a:p>
      </dgm:t>
    </dgm:pt>
    <dgm:pt modelId="{575C3A1B-6A70-0643-8AB8-4F5CE525D582}" type="parTrans" cxnId="{0C8C2675-A9EF-F64C-B1D5-FB79A21B2860}">
      <dgm:prSet/>
      <dgm:spPr/>
      <dgm:t>
        <a:bodyPr/>
        <a:lstStyle/>
        <a:p>
          <a:endParaRPr lang="en-US"/>
        </a:p>
      </dgm:t>
    </dgm:pt>
    <dgm:pt modelId="{52BD3F84-4A9D-3B44-8EAF-9066B8F720EE}" type="sibTrans" cxnId="{0C8C2675-A9EF-F64C-B1D5-FB79A21B2860}">
      <dgm:prSet/>
      <dgm:spPr/>
      <dgm:t>
        <a:bodyPr/>
        <a:lstStyle/>
        <a:p>
          <a:endParaRPr lang="en-US"/>
        </a:p>
      </dgm:t>
    </dgm:pt>
    <dgm:pt modelId="{108940D9-1FDF-2547-B21F-5192E6F2750D}">
      <dgm:prSet/>
      <dgm:spPr/>
      <dgm:t>
        <a:bodyPr/>
        <a:lstStyle/>
        <a:p>
          <a:endParaRPr lang="en-US" dirty="0"/>
        </a:p>
      </dgm:t>
    </dgm:pt>
    <dgm:pt modelId="{125B5B56-9DD4-774F-A870-DB0B05DEB340}" type="parTrans" cxnId="{BE190C81-313E-8049-B423-EA7FB4FB01D9}">
      <dgm:prSet/>
      <dgm:spPr/>
      <dgm:t>
        <a:bodyPr/>
        <a:lstStyle/>
        <a:p>
          <a:endParaRPr lang="en-US"/>
        </a:p>
      </dgm:t>
    </dgm:pt>
    <dgm:pt modelId="{475591D4-2306-6C47-8855-089CF2299306}" type="sibTrans" cxnId="{BE190C81-313E-8049-B423-EA7FB4FB01D9}">
      <dgm:prSet/>
      <dgm:spPr/>
      <dgm:t>
        <a:bodyPr/>
        <a:lstStyle/>
        <a:p>
          <a:endParaRPr lang="en-US"/>
        </a:p>
      </dgm:t>
    </dgm:pt>
    <dgm:pt modelId="{9962AAE2-9B37-8841-A515-80606E15380C}">
      <dgm:prSet/>
      <dgm:spPr/>
      <dgm:t>
        <a:bodyPr/>
        <a:lstStyle/>
        <a:p>
          <a:pPr>
            <a:buNone/>
          </a:pPr>
          <a:r>
            <a:rPr lang="en-US" dirty="0"/>
            <a:t>result and sums to a final expected run</a:t>
          </a:r>
        </a:p>
      </dgm:t>
    </dgm:pt>
    <dgm:pt modelId="{FD4123EE-04C0-D249-B430-D7D7E746F9D4}" type="parTrans" cxnId="{44335EA3-D9E4-DC4A-9769-A8857CAC683E}">
      <dgm:prSet/>
      <dgm:spPr/>
      <dgm:t>
        <a:bodyPr/>
        <a:lstStyle/>
        <a:p>
          <a:endParaRPr lang="en-US"/>
        </a:p>
      </dgm:t>
    </dgm:pt>
    <dgm:pt modelId="{C935D733-E6ED-1A45-AF94-974AD3336E0E}" type="sibTrans" cxnId="{44335EA3-D9E4-DC4A-9769-A8857CAC683E}">
      <dgm:prSet/>
      <dgm:spPr/>
      <dgm:t>
        <a:bodyPr/>
        <a:lstStyle/>
        <a:p>
          <a:endParaRPr lang="en-US"/>
        </a:p>
      </dgm:t>
    </dgm:pt>
    <dgm:pt modelId="{9369D83F-81E8-2444-8746-B461D08D1CB6}">
      <dgm:prSet/>
      <dgm:spPr/>
      <dgm:t>
        <a:bodyPr/>
        <a:lstStyle/>
        <a:p>
          <a:pPr>
            <a:buNone/>
          </a:pPr>
          <a:r>
            <a:rPr lang="en-US" dirty="0"/>
            <a:t>value</a:t>
          </a:r>
        </a:p>
      </dgm:t>
    </dgm:pt>
    <dgm:pt modelId="{47EECF56-5A9C-0F4E-8B91-FC8FEF94BAA0}" type="parTrans" cxnId="{F21117DE-5FF8-CA4C-8537-F6E885D93941}">
      <dgm:prSet/>
      <dgm:spPr/>
      <dgm:t>
        <a:bodyPr/>
        <a:lstStyle/>
        <a:p>
          <a:endParaRPr lang="en-US"/>
        </a:p>
      </dgm:t>
    </dgm:pt>
    <dgm:pt modelId="{DE2D61D8-C9AA-E542-AC35-205F54EF27FC}" type="sibTrans" cxnId="{F21117DE-5FF8-CA4C-8537-F6E885D93941}">
      <dgm:prSet/>
      <dgm:spPr/>
      <dgm:t>
        <a:bodyPr/>
        <a:lstStyle/>
        <a:p>
          <a:endParaRPr lang="en-US"/>
        </a:p>
      </dgm:t>
    </dgm:pt>
    <dgm:pt modelId="{5B63E5F2-1A0D-4B4C-9062-10BE121E5444}" type="pres">
      <dgm:prSet presAssocID="{74287D85-A83D-4078-8154-C0C45DCC739C}" presName="linear" presStyleCnt="0">
        <dgm:presLayoutVars>
          <dgm:dir/>
          <dgm:animLvl val="lvl"/>
          <dgm:resizeHandles val="exact"/>
        </dgm:presLayoutVars>
      </dgm:prSet>
      <dgm:spPr/>
    </dgm:pt>
    <dgm:pt modelId="{D3DFD041-4CC1-0746-BDCE-3E3A56EE4EB5}" type="pres">
      <dgm:prSet presAssocID="{6CC5FF00-8449-4A4B-B3F2-4ED76402B852}" presName="parentLin" presStyleCnt="0"/>
      <dgm:spPr/>
    </dgm:pt>
    <dgm:pt modelId="{7E934A82-05CA-9749-A5AF-4BCA6ECBD566}" type="pres">
      <dgm:prSet presAssocID="{6CC5FF00-8449-4A4B-B3F2-4ED76402B852}" presName="parentLeftMargin" presStyleLbl="node1" presStyleIdx="0" presStyleCnt="3"/>
      <dgm:spPr/>
    </dgm:pt>
    <dgm:pt modelId="{F064381E-4C74-CA4A-8D44-E10A11F075FD}" type="pres">
      <dgm:prSet presAssocID="{6CC5FF00-8449-4A4B-B3F2-4ED76402B852}" presName="parentText" presStyleLbl="node1" presStyleIdx="0" presStyleCnt="3">
        <dgm:presLayoutVars>
          <dgm:chMax val="0"/>
          <dgm:bulletEnabled val="1"/>
        </dgm:presLayoutVars>
      </dgm:prSet>
      <dgm:spPr/>
    </dgm:pt>
    <dgm:pt modelId="{1FC58DC2-B112-A449-A1B9-D7C14C9AB435}" type="pres">
      <dgm:prSet presAssocID="{6CC5FF00-8449-4A4B-B3F2-4ED76402B852}" presName="negativeSpace" presStyleCnt="0"/>
      <dgm:spPr/>
    </dgm:pt>
    <dgm:pt modelId="{9289E2E5-E657-884B-82A9-B7E559068C7F}" type="pres">
      <dgm:prSet presAssocID="{6CC5FF00-8449-4A4B-B3F2-4ED76402B852}" presName="childText" presStyleLbl="conFgAcc1" presStyleIdx="0" presStyleCnt="3">
        <dgm:presLayoutVars>
          <dgm:bulletEnabled val="1"/>
        </dgm:presLayoutVars>
      </dgm:prSet>
      <dgm:spPr/>
    </dgm:pt>
    <dgm:pt modelId="{CC611BF0-85DE-B048-B304-0B9B4B6949F1}" type="pres">
      <dgm:prSet presAssocID="{EC7F5E29-0F22-4491-B912-FE4E41BDFD1A}" presName="spaceBetweenRectangles" presStyleCnt="0"/>
      <dgm:spPr/>
    </dgm:pt>
    <dgm:pt modelId="{6AC1C3D9-643C-C342-9950-A7C503280D1D}" type="pres">
      <dgm:prSet presAssocID="{32978B4C-C3CA-4036-9E8F-16FBB79D2AEE}" presName="parentLin" presStyleCnt="0"/>
      <dgm:spPr/>
    </dgm:pt>
    <dgm:pt modelId="{BE0145CA-303D-F64E-8A2E-186B88C86566}" type="pres">
      <dgm:prSet presAssocID="{32978B4C-C3CA-4036-9E8F-16FBB79D2AEE}" presName="parentLeftMargin" presStyleLbl="node1" presStyleIdx="0" presStyleCnt="3"/>
      <dgm:spPr/>
    </dgm:pt>
    <dgm:pt modelId="{0B2E4CED-D8FE-DC48-A0AF-A20783A29A78}" type="pres">
      <dgm:prSet presAssocID="{32978B4C-C3CA-4036-9E8F-16FBB79D2AEE}" presName="parentText" presStyleLbl="node1" presStyleIdx="1" presStyleCnt="3">
        <dgm:presLayoutVars>
          <dgm:chMax val="0"/>
          <dgm:bulletEnabled val="1"/>
        </dgm:presLayoutVars>
      </dgm:prSet>
      <dgm:spPr/>
    </dgm:pt>
    <dgm:pt modelId="{0432C4A3-E296-AE4D-ABB9-0CE5846F4ADF}" type="pres">
      <dgm:prSet presAssocID="{32978B4C-C3CA-4036-9E8F-16FBB79D2AEE}" presName="negativeSpace" presStyleCnt="0"/>
      <dgm:spPr/>
    </dgm:pt>
    <dgm:pt modelId="{882EA658-440A-CB47-A48F-E11629CB273E}" type="pres">
      <dgm:prSet presAssocID="{32978B4C-C3CA-4036-9E8F-16FBB79D2AEE}" presName="childText" presStyleLbl="conFgAcc1" presStyleIdx="1" presStyleCnt="3">
        <dgm:presLayoutVars>
          <dgm:bulletEnabled val="1"/>
        </dgm:presLayoutVars>
      </dgm:prSet>
      <dgm:spPr/>
    </dgm:pt>
    <dgm:pt modelId="{29854A86-2437-D34D-A25B-CC98AD54D850}" type="pres">
      <dgm:prSet presAssocID="{5DB29CD3-73B1-4F16-B11E-EF220D350BA6}" presName="spaceBetweenRectangles" presStyleCnt="0"/>
      <dgm:spPr/>
    </dgm:pt>
    <dgm:pt modelId="{DE2AB610-EF80-2C40-A9F8-B178C4E6ACB5}" type="pres">
      <dgm:prSet presAssocID="{B1722D0B-DC94-42E7-91FA-0F5E5E9B74A7}" presName="parentLin" presStyleCnt="0"/>
      <dgm:spPr/>
    </dgm:pt>
    <dgm:pt modelId="{BAE10531-5F5E-6741-BA11-232EF81A615E}" type="pres">
      <dgm:prSet presAssocID="{B1722D0B-DC94-42E7-91FA-0F5E5E9B74A7}" presName="parentLeftMargin" presStyleLbl="node1" presStyleIdx="1" presStyleCnt="3"/>
      <dgm:spPr/>
    </dgm:pt>
    <dgm:pt modelId="{3A52274C-F182-514D-B843-2298CC0204BF}" type="pres">
      <dgm:prSet presAssocID="{B1722D0B-DC94-42E7-91FA-0F5E5E9B74A7}" presName="parentText" presStyleLbl="node1" presStyleIdx="2" presStyleCnt="3">
        <dgm:presLayoutVars>
          <dgm:chMax val="0"/>
          <dgm:bulletEnabled val="1"/>
        </dgm:presLayoutVars>
      </dgm:prSet>
      <dgm:spPr/>
    </dgm:pt>
    <dgm:pt modelId="{49AA6416-3F72-8744-8549-6D003105ADAC}" type="pres">
      <dgm:prSet presAssocID="{B1722D0B-DC94-42E7-91FA-0F5E5E9B74A7}" presName="negativeSpace" presStyleCnt="0"/>
      <dgm:spPr/>
    </dgm:pt>
    <dgm:pt modelId="{8844667C-41DA-EB49-ADF6-DE8D5A9BDF6E}" type="pres">
      <dgm:prSet presAssocID="{B1722D0B-DC94-42E7-91FA-0F5E5E9B74A7}" presName="childText" presStyleLbl="conFgAcc1" presStyleIdx="2" presStyleCnt="3">
        <dgm:presLayoutVars>
          <dgm:bulletEnabled val="1"/>
        </dgm:presLayoutVars>
      </dgm:prSet>
      <dgm:spPr/>
    </dgm:pt>
  </dgm:ptLst>
  <dgm:cxnLst>
    <dgm:cxn modelId="{0A032D07-A85C-4AD4-A346-8C9133BB2935}" srcId="{32978B4C-C3CA-4036-9E8F-16FBB79D2AEE}" destId="{62996A0E-A580-4E36-A432-071C13B14A03}" srcOrd="0" destOrd="0" parTransId="{FEAFB6B8-FA27-42BB-9C0E-9ABC605D626C}" sibTransId="{AA2897DE-7C92-44E8-9C24-890A742A8857}"/>
    <dgm:cxn modelId="{4435E40F-799E-7C43-B13F-E774EDC72475}" type="presOf" srcId="{32978B4C-C3CA-4036-9E8F-16FBB79D2AEE}" destId="{0B2E4CED-D8FE-DC48-A0AF-A20783A29A78}" srcOrd="1" destOrd="0" presId="urn:microsoft.com/office/officeart/2005/8/layout/list1"/>
    <dgm:cxn modelId="{A548FA13-CD98-E547-9C88-F3C8EE858A99}" type="presOf" srcId="{D0F0886A-CD9E-4EF5-8521-55E0D8967587}" destId="{9289E2E5-E657-884B-82A9-B7E559068C7F}" srcOrd="0" destOrd="3" presId="urn:microsoft.com/office/officeart/2005/8/layout/list1"/>
    <dgm:cxn modelId="{AF100217-D79E-2B4F-934D-30F01D4662D9}" type="presOf" srcId="{9049B989-46DA-4E4C-BB99-1B19036D2C45}" destId="{9289E2E5-E657-884B-82A9-B7E559068C7F}" srcOrd="0" destOrd="1" presId="urn:microsoft.com/office/officeart/2005/8/layout/list1"/>
    <dgm:cxn modelId="{001E001E-AD98-8A40-B144-BC031E76D74E}" type="presOf" srcId="{CFAE9A26-6077-CD4B-808A-CC998E7CA13C}" destId="{882EA658-440A-CB47-A48F-E11629CB273E}" srcOrd="0" destOrd="1" presId="urn:microsoft.com/office/officeart/2005/8/layout/list1"/>
    <dgm:cxn modelId="{9CE9F622-8382-3249-B67E-B777108CFFB3}" srcId="{B1722D0B-DC94-42E7-91FA-0F5E5E9B74A7}" destId="{A136C0A7-9B31-F44F-9291-A02FBBD685BC}" srcOrd="0" destOrd="0" parTransId="{C0623967-C59E-8E46-AFAC-4FC622E966DB}" sibTransId="{B6AD4DD8-3F30-B741-9BF8-36FE05CF5B0C}"/>
    <dgm:cxn modelId="{1A01FA2A-1798-B541-BC26-B5D1CC3AD0E9}" type="presOf" srcId="{B1722D0B-DC94-42E7-91FA-0F5E5E9B74A7}" destId="{3A52274C-F182-514D-B843-2298CC0204BF}" srcOrd="1" destOrd="0" presId="urn:microsoft.com/office/officeart/2005/8/layout/list1"/>
    <dgm:cxn modelId="{150AC92C-7EB4-7A49-8B9F-9AB25EBA2C88}" type="presOf" srcId="{6EF174CB-20CA-9141-A811-68BEED8FD585}" destId="{9289E2E5-E657-884B-82A9-B7E559068C7F}" srcOrd="0" destOrd="0" presId="urn:microsoft.com/office/officeart/2005/8/layout/list1"/>
    <dgm:cxn modelId="{F7B58E30-722D-F745-BB43-6976A357C6D2}" type="presOf" srcId="{74287D85-A83D-4078-8154-C0C45DCC739C}" destId="{5B63E5F2-1A0D-4B4C-9062-10BE121E5444}" srcOrd="0" destOrd="0" presId="urn:microsoft.com/office/officeart/2005/8/layout/list1"/>
    <dgm:cxn modelId="{FFCFF035-3FC2-E44A-9C46-68D11580A349}" srcId="{B1722D0B-DC94-42E7-91FA-0F5E5E9B74A7}" destId="{FA1E7D16-C06D-974C-8F3B-EB3F0FC9EB81}" srcOrd="1" destOrd="0" parTransId="{D72029EF-173C-E74C-94A7-8912049940CD}" sibTransId="{2CBE891A-E010-C149-9A18-FB0452728447}"/>
    <dgm:cxn modelId="{07351E3E-675B-9643-8B19-157B25883024}" type="presOf" srcId="{108940D9-1FDF-2547-B21F-5192E6F2750D}" destId="{9289E2E5-E657-884B-82A9-B7E559068C7F}" srcOrd="0" destOrd="2" presId="urn:microsoft.com/office/officeart/2005/8/layout/list1"/>
    <dgm:cxn modelId="{6E2F3345-90EB-EA49-BF89-1BFBE837F0B4}" type="presOf" srcId="{9369D83F-81E8-2444-8746-B461D08D1CB6}" destId="{9289E2E5-E657-884B-82A9-B7E559068C7F}" srcOrd="0" destOrd="5" presId="urn:microsoft.com/office/officeart/2005/8/layout/list1"/>
    <dgm:cxn modelId="{36512B48-9FF1-964D-B2A8-00AD1CF50C6A}" srcId="{32978B4C-C3CA-4036-9E8F-16FBB79D2AEE}" destId="{CFAE9A26-6077-CD4B-808A-CC998E7CA13C}" srcOrd="1" destOrd="0" parTransId="{491BC32E-F5F6-5A49-B1CA-0FBE3B7B5775}" sibTransId="{85C64EFC-3C47-7D4B-8BBC-B066AB842795}"/>
    <dgm:cxn modelId="{CD20CD67-4348-4E45-AB8B-B897946B9B5E}" type="presOf" srcId="{6CC5FF00-8449-4A4B-B3F2-4ED76402B852}" destId="{7E934A82-05CA-9749-A5AF-4BCA6ECBD566}" srcOrd="0" destOrd="0" presId="urn:microsoft.com/office/officeart/2005/8/layout/list1"/>
    <dgm:cxn modelId="{88497F72-359A-CF4A-AE8A-FE0A26E686ED}" type="presOf" srcId="{9962AAE2-9B37-8841-A515-80606E15380C}" destId="{9289E2E5-E657-884B-82A9-B7E559068C7F}" srcOrd="0" destOrd="4" presId="urn:microsoft.com/office/officeart/2005/8/layout/list1"/>
    <dgm:cxn modelId="{6594EE73-0191-394A-A2AF-31D0327FE8B4}" type="presOf" srcId="{62996A0E-A580-4E36-A432-071C13B14A03}" destId="{882EA658-440A-CB47-A48F-E11629CB273E}" srcOrd="0" destOrd="0" presId="urn:microsoft.com/office/officeart/2005/8/layout/list1"/>
    <dgm:cxn modelId="{0C8C2675-A9EF-F64C-B1D5-FB79A21B2860}" srcId="{6CC5FF00-8449-4A4B-B3F2-4ED76402B852}" destId="{9049B989-46DA-4E4C-BB99-1B19036D2C45}" srcOrd="1" destOrd="0" parTransId="{575C3A1B-6A70-0643-8AB8-4F5CE525D582}" sibTransId="{52BD3F84-4A9D-3B44-8EAF-9066B8F720EE}"/>
    <dgm:cxn modelId="{A996017E-CCFC-194C-BAEB-7FC70AB9EA24}" type="presOf" srcId="{FA1E7D16-C06D-974C-8F3B-EB3F0FC9EB81}" destId="{8844667C-41DA-EB49-ADF6-DE8D5A9BDF6E}" srcOrd="0" destOrd="1" presId="urn:microsoft.com/office/officeart/2005/8/layout/list1"/>
    <dgm:cxn modelId="{BE190C81-313E-8049-B423-EA7FB4FB01D9}" srcId="{6CC5FF00-8449-4A4B-B3F2-4ED76402B852}" destId="{108940D9-1FDF-2547-B21F-5192E6F2750D}" srcOrd="2" destOrd="0" parTransId="{125B5B56-9DD4-774F-A870-DB0B05DEB340}" sibTransId="{475591D4-2306-6C47-8855-089CF2299306}"/>
    <dgm:cxn modelId="{ED23E481-04E8-7B41-BC31-24CD2CE8E90E}" srcId="{6CC5FF00-8449-4A4B-B3F2-4ED76402B852}" destId="{6EF174CB-20CA-9141-A811-68BEED8FD585}" srcOrd="0" destOrd="0" parTransId="{A08D98C7-43B7-CC46-ACD0-17F4139FEECE}" sibTransId="{2F689FA8-1B12-9846-A69D-796A114EFE69}"/>
    <dgm:cxn modelId="{8C0A3197-7805-D54A-ABB8-A69B2571D57F}" type="presOf" srcId="{A136C0A7-9B31-F44F-9291-A02FBBD685BC}" destId="{8844667C-41DA-EB49-ADF6-DE8D5A9BDF6E}" srcOrd="0" destOrd="0" presId="urn:microsoft.com/office/officeart/2005/8/layout/list1"/>
    <dgm:cxn modelId="{44335EA3-D9E4-DC4A-9769-A8857CAC683E}" srcId="{6CC5FF00-8449-4A4B-B3F2-4ED76402B852}" destId="{9962AAE2-9B37-8841-A515-80606E15380C}" srcOrd="4" destOrd="0" parTransId="{FD4123EE-04C0-D249-B430-D7D7E746F9D4}" sibTransId="{C935D733-E6ED-1A45-AF94-974AD3336E0E}"/>
    <dgm:cxn modelId="{7E3532B6-D6D7-42D4-BE91-41AE2EC89D8D}" srcId="{74287D85-A83D-4078-8154-C0C45DCC739C}" destId="{6CC5FF00-8449-4A4B-B3F2-4ED76402B852}" srcOrd="0" destOrd="0" parTransId="{58143889-E023-400C-814A-84F84F7CEAD6}" sibTransId="{EC7F5E29-0F22-4491-B912-FE4E41BDFD1A}"/>
    <dgm:cxn modelId="{4C3A53BB-F89E-A24E-B5DA-65290B842E62}" srcId="{B1722D0B-DC94-42E7-91FA-0F5E5E9B74A7}" destId="{49D8C3D9-7CCE-0C47-8725-E464F5B5BC89}" srcOrd="2" destOrd="0" parTransId="{49F9A010-65A7-2C40-8DDA-AE45C6D44B7C}" sibTransId="{64319BB3-9D3C-CB4B-9EB5-B4534A1564A8}"/>
    <dgm:cxn modelId="{AABA53C8-01FE-EA4E-9304-C5B6DD303C04}" type="presOf" srcId="{6CC5FF00-8449-4A4B-B3F2-4ED76402B852}" destId="{F064381E-4C74-CA4A-8D44-E10A11F075FD}" srcOrd="1" destOrd="0" presId="urn:microsoft.com/office/officeart/2005/8/layout/list1"/>
    <dgm:cxn modelId="{6EC6E6C8-D4DF-C84A-B93E-AEF133FC72D8}" type="presOf" srcId="{49D8C3D9-7CCE-0C47-8725-E464F5B5BC89}" destId="{8844667C-41DA-EB49-ADF6-DE8D5A9BDF6E}" srcOrd="0" destOrd="2" presId="urn:microsoft.com/office/officeart/2005/8/layout/list1"/>
    <dgm:cxn modelId="{2871FCCF-F2C0-408A-90F4-AD7E2ED71F5C}" srcId="{74287D85-A83D-4078-8154-C0C45DCC739C}" destId="{B1722D0B-DC94-42E7-91FA-0F5E5E9B74A7}" srcOrd="2" destOrd="0" parTransId="{84B67637-EF39-4F76-B4F7-915D62FA6923}" sibTransId="{7C9BB149-8960-414C-9917-37DF0EA3D833}"/>
    <dgm:cxn modelId="{F21117DE-5FF8-CA4C-8537-F6E885D93941}" srcId="{6CC5FF00-8449-4A4B-B3F2-4ED76402B852}" destId="{9369D83F-81E8-2444-8746-B461D08D1CB6}" srcOrd="5" destOrd="0" parTransId="{47EECF56-5A9C-0F4E-8B91-FC8FEF94BAA0}" sibTransId="{DE2D61D8-C9AA-E542-AC35-205F54EF27FC}"/>
    <dgm:cxn modelId="{5F2934DE-7335-45C8-8088-2C59B4ED9F70}" srcId="{74287D85-A83D-4078-8154-C0C45DCC739C}" destId="{32978B4C-C3CA-4036-9E8F-16FBB79D2AEE}" srcOrd="1" destOrd="0" parTransId="{78EBCF11-AD47-4FCE-9162-281D1EF3B11A}" sibTransId="{5DB29CD3-73B1-4F16-B11E-EF220D350BA6}"/>
    <dgm:cxn modelId="{342DFAE0-2EBE-6D41-948F-EA3BDF20E277}" type="presOf" srcId="{32978B4C-C3CA-4036-9E8F-16FBB79D2AEE}" destId="{BE0145CA-303D-F64E-8A2E-186B88C86566}" srcOrd="0" destOrd="0" presId="urn:microsoft.com/office/officeart/2005/8/layout/list1"/>
    <dgm:cxn modelId="{91F347E9-64F6-A444-A2C4-A78606DA7853}" type="presOf" srcId="{B1722D0B-DC94-42E7-91FA-0F5E5E9B74A7}" destId="{BAE10531-5F5E-6741-BA11-232EF81A615E}" srcOrd="0" destOrd="0" presId="urn:microsoft.com/office/officeart/2005/8/layout/list1"/>
    <dgm:cxn modelId="{B83466F4-F2C5-48C6-BD03-DF42F1384300}" srcId="{6CC5FF00-8449-4A4B-B3F2-4ED76402B852}" destId="{D0F0886A-CD9E-4EF5-8521-55E0D8967587}" srcOrd="3" destOrd="0" parTransId="{BCE68D0C-B2F5-4EDA-B045-83693D61FFC8}" sibTransId="{0A8CB59A-2F06-4E47-A4A1-484635FD0591}"/>
    <dgm:cxn modelId="{5231B9D3-6925-C24F-9C5F-70A2D3AAB531}" type="presParOf" srcId="{5B63E5F2-1A0D-4B4C-9062-10BE121E5444}" destId="{D3DFD041-4CC1-0746-BDCE-3E3A56EE4EB5}" srcOrd="0" destOrd="0" presId="urn:microsoft.com/office/officeart/2005/8/layout/list1"/>
    <dgm:cxn modelId="{DC5BB03C-CBA9-9E4C-BBBF-98DB18D3C2F0}" type="presParOf" srcId="{D3DFD041-4CC1-0746-BDCE-3E3A56EE4EB5}" destId="{7E934A82-05CA-9749-A5AF-4BCA6ECBD566}" srcOrd="0" destOrd="0" presId="urn:microsoft.com/office/officeart/2005/8/layout/list1"/>
    <dgm:cxn modelId="{912E58CB-4207-2541-8E5F-8DB11A40C20D}" type="presParOf" srcId="{D3DFD041-4CC1-0746-BDCE-3E3A56EE4EB5}" destId="{F064381E-4C74-CA4A-8D44-E10A11F075FD}" srcOrd="1" destOrd="0" presId="urn:microsoft.com/office/officeart/2005/8/layout/list1"/>
    <dgm:cxn modelId="{BE771F93-3514-7248-948F-7554FE593121}" type="presParOf" srcId="{5B63E5F2-1A0D-4B4C-9062-10BE121E5444}" destId="{1FC58DC2-B112-A449-A1B9-D7C14C9AB435}" srcOrd="1" destOrd="0" presId="urn:microsoft.com/office/officeart/2005/8/layout/list1"/>
    <dgm:cxn modelId="{5AB6E375-59AC-F148-AE73-3E6DB96E044B}" type="presParOf" srcId="{5B63E5F2-1A0D-4B4C-9062-10BE121E5444}" destId="{9289E2E5-E657-884B-82A9-B7E559068C7F}" srcOrd="2" destOrd="0" presId="urn:microsoft.com/office/officeart/2005/8/layout/list1"/>
    <dgm:cxn modelId="{4566E205-917F-974C-BD12-EB83D605827F}" type="presParOf" srcId="{5B63E5F2-1A0D-4B4C-9062-10BE121E5444}" destId="{CC611BF0-85DE-B048-B304-0B9B4B6949F1}" srcOrd="3" destOrd="0" presId="urn:microsoft.com/office/officeart/2005/8/layout/list1"/>
    <dgm:cxn modelId="{DA00DC11-D6F2-B047-9EAE-76DB559E84F4}" type="presParOf" srcId="{5B63E5F2-1A0D-4B4C-9062-10BE121E5444}" destId="{6AC1C3D9-643C-C342-9950-A7C503280D1D}" srcOrd="4" destOrd="0" presId="urn:microsoft.com/office/officeart/2005/8/layout/list1"/>
    <dgm:cxn modelId="{9D082DAC-5DA8-3641-9308-F702822A7E05}" type="presParOf" srcId="{6AC1C3D9-643C-C342-9950-A7C503280D1D}" destId="{BE0145CA-303D-F64E-8A2E-186B88C86566}" srcOrd="0" destOrd="0" presId="urn:microsoft.com/office/officeart/2005/8/layout/list1"/>
    <dgm:cxn modelId="{344FCC68-5837-7845-9CB9-694C00BCBB41}" type="presParOf" srcId="{6AC1C3D9-643C-C342-9950-A7C503280D1D}" destId="{0B2E4CED-D8FE-DC48-A0AF-A20783A29A78}" srcOrd="1" destOrd="0" presId="urn:microsoft.com/office/officeart/2005/8/layout/list1"/>
    <dgm:cxn modelId="{1D96D7ED-7E54-A948-B5CF-50A6F29A339E}" type="presParOf" srcId="{5B63E5F2-1A0D-4B4C-9062-10BE121E5444}" destId="{0432C4A3-E296-AE4D-ABB9-0CE5846F4ADF}" srcOrd="5" destOrd="0" presId="urn:microsoft.com/office/officeart/2005/8/layout/list1"/>
    <dgm:cxn modelId="{9AA4C3EB-5088-E445-894B-2D647B29391B}" type="presParOf" srcId="{5B63E5F2-1A0D-4B4C-9062-10BE121E5444}" destId="{882EA658-440A-CB47-A48F-E11629CB273E}" srcOrd="6" destOrd="0" presId="urn:microsoft.com/office/officeart/2005/8/layout/list1"/>
    <dgm:cxn modelId="{DDEBCB06-31D7-F24C-B511-C408BC26F821}" type="presParOf" srcId="{5B63E5F2-1A0D-4B4C-9062-10BE121E5444}" destId="{29854A86-2437-D34D-A25B-CC98AD54D850}" srcOrd="7" destOrd="0" presId="urn:microsoft.com/office/officeart/2005/8/layout/list1"/>
    <dgm:cxn modelId="{DD6C72CE-727F-004E-87C6-2BFCF8389702}" type="presParOf" srcId="{5B63E5F2-1A0D-4B4C-9062-10BE121E5444}" destId="{DE2AB610-EF80-2C40-A9F8-B178C4E6ACB5}" srcOrd="8" destOrd="0" presId="urn:microsoft.com/office/officeart/2005/8/layout/list1"/>
    <dgm:cxn modelId="{C72F3652-2224-814C-89EB-46961C72CE2A}" type="presParOf" srcId="{DE2AB610-EF80-2C40-A9F8-B178C4E6ACB5}" destId="{BAE10531-5F5E-6741-BA11-232EF81A615E}" srcOrd="0" destOrd="0" presId="urn:microsoft.com/office/officeart/2005/8/layout/list1"/>
    <dgm:cxn modelId="{95C81313-F555-7446-8839-90BC38B7909F}" type="presParOf" srcId="{DE2AB610-EF80-2C40-A9F8-B178C4E6ACB5}" destId="{3A52274C-F182-514D-B843-2298CC0204BF}" srcOrd="1" destOrd="0" presId="urn:microsoft.com/office/officeart/2005/8/layout/list1"/>
    <dgm:cxn modelId="{B38B3FE9-390F-754D-A2D6-BB7476653A7B}" type="presParOf" srcId="{5B63E5F2-1A0D-4B4C-9062-10BE121E5444}" destId="{49AA6416-3F72-8744-8549-6D003105ADAC}" srcOrd="9" destOrd="0" presId="urn:microsoft.com/office/officeart/2005/8/layout/list1"/>
    <dgm:cxn modelId="{FD319634-2AE5-F246-87CB-7581B2CAD684}" type="presParOf" srcId="{5B63E5F2-1A0D-4B4C-9062-10BE121E5444}" destId="{8844667C-41DA-EB49-ADF6-DE8D5A9BDF6E}"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4287D85-A83D-4078-8154-C0C45DCC739C}" type="doc">
      <dgm:prSet loTypeId="urn:microsoft.com/office/officeart/2005/8/layout/list1" loCatId="list" qsTypeId="urn:microsoft.com/office/officeart/2005/8/quickstyle/simple1" qsCatId="simple" csTypeId="urn:microsoft.com/office/officeart/2005/8/colors/colorful2" csCatId="colorful" phldr="1"/>
      <dgm:spPr/>
      <dgm:t>
        <a:bodyPr/>
        <a:lstStyle/>
        <a:p>
          <a:endParaRPr lang="en-US"/>
        </a:p>
      </dgm:t>
    </dgm:pt>
    <dgm:pt modelId="{6CC5FF00-8449-4A4B-B3F2-4ED76402B852}">
      <dgm:prSet/>
      <dgm:spPr/>
      <dgm:t>
        <a:bodyPr/>
        <a:lstStyle/>
        <a:p>
          <a:r>
            <a:rPr lang="en-US" b="1" dirty="0"/>
            <a:t>Ball Value</a:t>
          </a:r>
        </a:p>
      </dgm:t>
    </dgm:pt>
    <dgm:pt modelId="{58143889-E023-400C-814A-84F84F7CEAD6}" type="parTrans" cxnId="{7E3532B6-D6D7-42D4-BE91-41AE2EC89D8D}">
      <dgm:prSet/>
      <dgm:spPr/>
      <dgm:t>
        <a:bodyPr/>
        <a:lstStyle/>
        <a:p>
          <a:endParaRPr lang="en-US"/>
        </a:p>
      </dgm:t>
    </dgm:pt>
    <dgm:pt modelId="{EC7F5E29-0F22-4491-B912-FE4E41BDFD1A}" type="sibTrans" cxnId="{7E3532B6-D6D7-42D4-BE91-41AE2EC89D8D}">
      <dgm:prSet/>
      <dgm:spPr/>
      <dgm:t>
        <a:bodyPr/>
        <a:lstStyle/>
        <a:p>
          <a:endParaRPr lang="en-US"/>
        </a:p>
      </dgm:t>
    </dgm:pt>
    <dgm:pt modelId="{32978B4C-C3CA-4036-9E8F-16FBB79D2AEE}">
      <dgm:prSet/>
      <dgm:spPr/>
      <dgm:t>
        <a:bodyPr/>
        <a:lstStyle/>
        <a:p>
          <a:r>
            <a:rPr lang="en-US" b="1" dirty="0"/>
            <a:t>Strike Value</a:t>
          </a:r>
        </a:p>
      </dgm:t>
    </dgm:pt>
    <dgm:pt modelId="{78EBCF11-AD47-4FCE-9162-281D1EF3B11A}" type="parTrans" cxnId="{5F2934DE-7335-45C8-8088-2C59B4ED9F70}">
      <dgm:prSet/>
      <dgm:spPr/>
      <dgm:t>
        <a:bodyPr/>
        <a:lstStyle/>
        <a:p>
          <a:endParaRPr lang="en-US"/>
        </a:p>
      </dgm:t>
    </dgm:pt>
    <dgm:pt modelId="{5DB29CD3-73B1-4F16-B11E-EF220D350BA6}" type="sibTrans" cxnId="{5F2934DE-7335-45C8-8088-2C59B4ED9F70}">
      <dgm:prSet/>
      <dgm:spPr/>
      <dgm:t>
        <a:bodyPr/>
        <a:lstStyle/>
        <a:p>
          <a:endParaRPr lang="en-US"/>
        </a:p>
      </dgm:t>
    </dgm:pt>
    <dgm:pt modelId="{62996A0E-A580-4E36-A432-071C13B14A03}">
      <dgm:prSet/>
      <dgm:spPr/>
      <dgm:t>
        <a:bodyPr/>
        <a:lstStyle/>
        <a:p>
          <a:pPr>
            <a:buNone/>
          </a:pPr>
          <a:r>
            <a:rPr lang="en-US" dirty="0">
              <a:solidFill>
                <a:schemeClr val="tx2"/>
              </a:solidFill>
            </a:rPr>
            <a:t>Run-Value of a Strike, acknowledging the count</a:t>
          </a:r>
          <a:endParaRPr lang="en-US" dirty="0"/>
        </a:p>
      </dgm:t>
    </dgm:pt>
    <dgm:pt modelId="{FEAFB6B8-FA27-42BB-9C0E-9ABC605D626C}" type="parTrans" cxnId="{0A032D07-A85C-4AD4-A346-8C9133BB2935}">
      <dgm:prSet/>
      <dgm:spPr/>
      <dgm:t>
        <a:bodyPr/>
        <a:lstStyle/>
        <a:p>
          <a:endParaRPr lang="en-US"/>
        </a:p>
      </dgm:t>
    </dgm:pt>
    <dgm:pt modelId="{AA2897DE-7C92-44E8-9C24-890A742A8857}" type="sibTrans" cxnId="{0A032D07-A85C-4AD4-A346-8C9133BB2935}">
      <dgm:prSet/>
      <dgm:spPr/>
      <dgm:t>
        <a:bodyPr/>
        <a:lstStyle/>
        <a:p>
          <a:endParaRPr lang="en-US"/>
        </a:p>
      </dgm:t>
    </dgm:pt>
    <dgm:pt modelId="{B1722D0B-DC94-42E7-91FA-0F5E5E9B74A7}">
      <dgm:prSet/>
      <dgm:spPr/>
      <dgm:t>
        <a:bodyPr/>
        <a:lstStyle/>
        <a:p>
          <a:r>
            <a:rPr lang="en-US" b="1" dirty="0"/>
            <a:t>Pitch Value</a:t>
          </a:r>
        </a:p>
      </dgm:t>
    </dgm:pt>
    <dgm:pt modelId="{84B67637-EF39-4F76-B4F7-915D62FA6923}" type="parTrans" cxnId="{2871FCCF-F2C0-408A-90F4-AD7E2ED71F5C}">
      <dgm:prSet/>
      <dgm:spPr/>
      <dgm:t>
        <a:bodyPr/>
        <a:lstStyle/>
        <a:p>
          <a:endParaRPr lang="en-US"/>
        </a:p>
      </dgm:t>
    </dgm:pt>
    <dgm:pt modelId="{7C9BB149-8960-414C-9917-37DF0EA3D833}" type="sibTrans" cxnId="{2871FCCF-F2C0-408A-90F4-AD7E2ED71F5C}">
      <dgm:prSet/>
      <dgm:spPr/>
      <dgm:t>
        <a:bodyPr/>
        <a:lstStyle/>
        <a:p>
          <a:endParaRPr lang="en-US"/>
        </a:p>
      </dgm:t>
    </dgm:pt>
    <mc:AlternateContent xmlns:mc="http://schemas.openxmlformats.org/markup-compatibility/2006" xmlns:a14="http://schemas.microsoft.com/office/drawing/2010/main">
      <mc:Choice Requires="a14">
        <dgm:pt modelId="{A136C0A7-9B31-F44F-9291-A02FBBD685BC}">
          <dgm:prSet/>
          <dgm:spPr/>
          <dgm:t>
            <a:bodyPr/>
            <a:lstStyle/>
            <a:p>
              <a:pPr>
                <a:buFont typeface="Arial" panose="020B0604020202020204" pitchFamily="34" charset="0"/>
                <a:buNone/>
              </a:pPr>
              <a:r>
                <a:rPr lang="en-US" b="0" dirty="0">
                  <a:solidFill>
                    <a:schemeClr val="bg1"/>
                  </a:solidFill>
                </a:rPr>
                <a:t>.</a:t>
              </a:r>
              <a14:m>
                <m:oMath xmlns:m="http://schemas.openxmlformats.org/officeDocument/2006/math">
                  <m:r>
                    <a:rPr lang="en-US" b="0" i="1" smtClean="0">
                      <a:solidFill>
                        <a:schemeClr val="tx2"/>
                      </a:solidFill>
                      <a:latin typeface="Cambria Math" panose="02040503050406030204" pitchFamily="18" charset="0"/>
                    </a:rPr>
                    <m:t>𝑆𝑤𝑖𝑛𝑔</m:t>
                  </m:r>
                  <m:r>
                    <a:rPr lang="en-US" b="0" i="1" smtClean="0">
                      <a:solidFill>
                        <a:schemeClr val="tx2"/>
                      </a:solidFill>
                      <a:latin typeface="Cambria Math" panose="02040503050406030204" pitchFamily="18" charset="0"/>
                    </a:rPr>
                    <m:t> </m:t>
                  </m:r>
                  <m:r>
                    <a:rPr lang="en-US" b="0" i="1" smtClean="0">
                      <a:solidFill>
                        <a:schemeClr val="tx2"/>
                      </a:solidFill>
                      <a:latin typeface="Cambria Math" panose="02040503050406030204" pitchFamily="18" charset="0"/>
                    </a:rPr>
                    <m:t>𝑃𝑟𝑜𝑏</m:t>
                  </m:r>
                  <m:r>
                    <a:rPr lang="en-US" b="0" i="1" smtClean="0">
                      <a:solidFill>
                        <a:schemeClr val="tx2"/>
                      </a:solidFill>
                      <a:latin typeface="Cambria Math" panose="02040503050406030204" pitchFamily="18" charset="0"/>
                    </a:rPr>
                    <m:t>. ∗</m:t>
                  </m:r>
                  <m:r>
                    <a:rPr lang="en-US" b="0" i="1" smtClean="0">
                      <a:solidFill>
                        <a:schemeClr val="tx2"/>
                      </a:solidFill>
                      <a:latin typeface="Cambria Math" panose="02040503050406030204" pitchFamily="18" charset="0"/>
                    </a:rPr>
                    <m:t>𝑆𝑤𝑖𝑛𝑔</m:t>
                  </m:r>
                  <m:r>
                    <a:rPr lang="en-US" b="0" i="1" smtClean="0">
                      <a:solidFill>
                        <a:schemeClr val="tx2"/>
                      </a:solidFill>
                      <a:latin typeface="Cambria Math" panose="02040503050406030204" pitchFamily="18" charset="0"/>
                    </a:rPr>
                    <m:t> </m:t>
                  </m:r>
                  <m:r>
                    <a:rPr lang="en-US" b="0" i="1" smtClean="0">
                      <a:solidFill>
                        <a:schemeClr val="tx2"/>
                      </a:solidFill>
                      <a:latin typeface="Cambria Math" panose="02040503050406030204" pitchFamily="18" charset="0"/>
                    </a:rPr>
                    <m:t>𝑉𝑎𝑙𝑢𝑒</m:t>
                  </m:r>
                  <m:r>
                    <a:rPr lang="en-US" b="0" i="1" smtClean="0">
                      <a:solidFill>
                        <a:schemeClr val="tx2"/>
                      </a:solidFill>
                      <a:latin typeface="Cambria Math" panose="02040503050406030204" pitchFamily="18" charset="0"/>
                    </a:rPr>
                    <m:t>+</m:t>
                  </m:r>
                </m:oMath>
              </a14:m>
              <a:endParaRPr lang="en-US" dirty="0"/>
            </a:p>
          </dgm:t>
        </dgm:pt>
      </mc:Choice>
      <mc:Fallback xmlns="">
        <dgm:pt modelId="{A136C0A7-9B31-F44F-9291-A02FBBD685BC}">
          <dgm:prSet/>
          <dgm:spPr/>
          <dgm:t>
            <a:bodyPr/>
            <a:lstStyle/>
            <a:p>
              <a:pPr>
                <a:buFont typeface="Arial" panose="020B0604020202020204" pitchFamily="34" charset="0"/>
                <a:buNone/>
              </a:pPr>
              <a:r>
                <a:rPr lang="en-US" b="0" dirty="0">
                  <a:solidFill>
                    <a:schemeClr val="bg1"/>
                  </a:solidFill>
                </a:rPr>
                <a:t>.</a:t>
              </a:r>
              <a:r>
                <a:rPr lang="en-US" b="0" i="0">
                  <a:solidFill>
                    <a:schemeClr val="tx2"/>
                  </a:solidFill>
                  <a:latin typeface="Cambria Math" panose="02040503050406030204" pitchFamily="18" charset="0"/>
                </a:rPr>
                <a:t>𝑆𝑤𝑖𝑛𝑔 𝑃𝑟𝑜𝑏. ∗𝑆𝑤𝑖𝑛𝑔 𝑉𝑎𝑙𝑢𝑒+</a:t>
              </a:r>
              <a:endParaRPr lang="en-US" dirty="0"/>
            </a:p>
          </dgm:t>
        </dgm:pt>
      </mc:Fallback>
    </mc:AlternateContent>
    <dgm:pt modelId="{C0623967-C59E-8E46-AFAC-4FC622E966DB}" type="parTrans" cxnId="{9CE9F622-8382-3249-B67E-B777108CFFB3}">
      <dgm:prSet/>
      <dgm:spPr/>
      <dgm:t>
        <a:bodyPr/>
        <a:lstStyle/>
        <a:p>
          <a:endParaRPr lang="en-US"/>
        </a:p>
      </dgm:t>
    </dgm:pt>
    <dgm:pt modelId="{B6AD4DD8-3F30-B741-9BF8-36FE05CF5B0C}" type="sibTrans" cxnId="{9CE9F622-8382-3249-B67E-B777108CFFB3}">
      <dgm:prSet/>
      <dgm:spPr/>
      <dgm:t>
        <a:bodyPr/>
        <a:lstStyle/>
        <a:p>
          <a:endParaRPr lang="en-US"/>
        </a:p>
      </dgm:t>
    </dgm:pt>
    <dgm:pt modelId="{6EF174CB-20CA-9141-A811-68BEED8FD585}">
      <dgm:prSet/>
      <dgm:spPr/>
      <dgm:t>
        <a:bodyPr/>
        <a:lstStyle/>
        <a:p>
          <a:pPr>
            <a:buNone/>
          </a:pPr>
          <a:r>
            <a:rPr lang="en-US" dirty="0"/>
            <a:t>Outputs </a:t>
          </a:r>
          <a:r>
            <a:rPr lang="en-US" dirty="0">
              <a:solidFill>
                <a:schemeClr val="tx2"/>
              </a:solidFill>
            </a:rPr>
            <a:t>Run-Value of a Ball, acknowledging the count</a:t>
          </a:r>
          <a:endParaRPr lang="en-US" dirty="0"/>
        </a:p>
      </dgm:t>
    </dgm:pt>
    <dgm:pt modelId="{A08D98C7-43B7-CC46-ACD0-17F4139FEECE}" type="parTrans" cxnId="{ED23E481-04E8-7B41-BC31-24CD2CE8E90E}">
      <dgm:prSet/>
      <dgm:spPr/>
      <dgm:t>
        <a:bodyPr/>
        <a:lstStyle/>
        <a:p>
          <a:endParaRPr lang="en-US"/>
        </a:p>
      </dgm:t>
    </dgm:pt>
    <dgm:pt modelId="{2F689FA8-1B12-9846-A69D-796A114EFE69}" type="sibTrans" cxnId="{ED23E481-04E8-7B41-BC31-24CD2CE8E90E}">
      <dgm:prSet/>
      <dgm:spPr/>
      <dgm:t>
        <a:bodyPr/>
        <a:lstStyle/>
        <a:p>
          <a:endParaRPr lang="en-US"/>
        </a:p>
      </dgm:t>
    </dgm:pt>
    <dgm:pt modelId="{EF7324E8-05CC-084C-9408-B957ADA2CB61}">
      <dgm:prSet/>
      <dgm:spPr/>
      <dgm:t>
        <a:bodyPr/>
        <a:lstStyle/>
        <a:p>
          <a:r>
            <a:rPr lang="en-US" b="1" dirty="0"/>
            <a:t>Take Value</a:t>
          </a:r>
        </a:p>
      </dgm:t>
    </dgm:pt>
    <dgm:pt modelId="{B1BCEE29-77BF-6140-8EA9-7B928FBB8152}" type="parTrans" cxnId="{CC1A9E41-DD7F-E244-A962-EC62A3630066}">
      <dgm:prSet/>
      <dgm:spPr/>
      <dgm:t>
        <a:bodyPr/>
        <a:lstStyle/>
        <a:p>
          <a:endParaRPr lang="en-US"/>
        </a:p>
      </dgm:t>
    </dgm:pt>
    <dgm:pt modelId="{D8C1DDC5-428F-A94D-A935-76D872FCF674}" type="sibTrans" cxnId="{CC1A9E41-DD7F-E244-A962-EC62A3630066}">
      <dgm:prSet/>
      <dgm:spPr/>
      <dgm:t>
        <a:bodyPr/>
        <a:lstStyle/>
        <a:p>
          <a:endParaRPr lang="en-US"/>
        </a:p>
      </dgm:t>
    </dgm:pt>
    <mc:AlternateContent xmlns:mc="http://schemas.openxmlformats.org/markup-compatibility/2006" xmlns:a14="http://schemas.microsoft.com/office/drawing/2010/main">
      <mc:Choice Requires="a14">
        <dgm:pt modelId="{5CBEF47D-316D-AD43-B68A-BC02CF57FF29}">
          <dgm:prSet/>
          <dgm:spPr/>
          <dgm:t>
            <a:bodyPr/>
            <a:lstStyle/>
            <a:p>
              <a:pPr>
                <a:buNone/>
              </a:pPr>
              <a14:m>
                <m:oMath xmlns:m="http://schemas.openxmlformats.org/officeDocument/2006/math">
                  <m:r>
                    <a:rPr lang="en-US" b="0" i="1" smtClean="0">
                      <a:solidFill>
                        <a:schemeClr val="tx2"/>
                      </a:solidFill>
                      <a:latin typeface="Cambria Math" panose="02040503050406030204" pitchFamily="18" charset="0"/>
                    </a:rPr>
                    <m:t>𝑆𝑡𝑟𝑖𝑘𝑒</m:t>
                  </m:r>
                  <m:r>
                    <a:rPr lang="en-US" b="0" i="1" smtClean="0">
                      <a:solidFill>
                        <a:schemeClr val="tx2"/>
                      </a:solidFill>
                      <a:latin typeface="Cambria Math" panose="02040503050406030204" pitchFamily="18" charset="0"/>
                    </a:rPr>
                    <m:t> </m:t>
                  </m:r>
                  <m:r>
                    <a:rPr lang="en-US" b="0" i="1" smtClean="0">
                      <a:solidFill>
                        <a:schemeClr val="tx2"/>
                      </a:solidFill>
                      <a:latin typeface="Cambria Math" panose="02040503050406030204" pitchFamily="18" charset="0"/>
                    </a:rPr>
                    <m:t>𝑉𝑎𝑙𝑢𝑒</m:t>
                  </m:r>
                  <m:r>
                    <a:rPr lang="en-US" b="0" i="1" smtClean="0">
                      <a:solidFill>
                        <a:schemeClr val="tx2"/>
                      </a:solidFill>
                      <a:latin typeface="Cambria Math" panose="02040503050406030204" pitchFamily="18" charset="0"/>
                    </a:rPr>
                    <m:t> ∗</m:t>
                  </m:r>
                  <m:r>
                    <a:rPr lang="en-US" b="0" i="1" smtClean="0">
                      <a:solidFill>
                        <a:schemeClr val="tx2"/>
                      </a:solidFill>
                      <a:latin typeface="Cambria Math" panose="02040503050406030204" pitchFamily="18" charset="0"/>
                    </a:rPr>
                    <m:t>𝑆𝑡𝑟𝑖𝑘𝑒</m:t>
                  </m:r>
                  <m:r>
                    <a:rPr lang="en-US" b="0" i="1" smtClean="0">
                      <a:solidFill>
                        <a:schemeClr val="tx2"/>
                      </a:solidFill>
                      <a:latin typeface="Cambria Math" panose="02040503050406030204" pitchFamily="18" charset="0"/>
                    </a:rPr>
                    <m:t> </m:t>
                  </m:r>
                  <m:r>
                    <a:rPr lang="en-US" b="0" i="1" smtClean="0">
                      <a:solidFill>
                        <a:schemeClr val="tx2"/>
                      </a:solidFill>
                      <a:latin typeface="Cambria Math" panose="02040503050406030204" pitchFamily="18" charset="0"/>
                    </a:rPr>
                    <m:t>𝑃𝑟𝑜𝑏</m:t>
                  </m:r>
                  <m:r>
                    <a:rPr lang="en-US" b="0" i="1" smtClean="0">
                      <a:solidFill>
                        <a:schemeClr val="tx2"/>
                      </a:solidFill>
                      <a:latin typeface="Cambria Math" panose="02040503050406030204" pitchFamily="18" charset="0"/>
                    </a:rPr>
                    <m:t>. +</m:t>
                  </m:r>
                </m:oMath>
              </a14:m>
              <a:r>
                <a:rPr lang="en-US" b="0" i="1" dirty="0">
                  <a:solidFill>
                    <a:schemeClr val="tx2"/>
                  </a:solidFill>
                  <a:latin typeface="Cambria Math" panose="02040503050406030204" pitchFamily="18" charset="0"/>
                </a:rPr>
                <a:t> </a:t>
              </a:r>
              <a14:m>
                <m:oMath xmlns:m="http://schemas.openxmlformats.org/officeDocument/2006/math">
                  <m:r>
                    <a:rPr lang="en-US" b="0" i="1" smtClean="0">
                      <a:solidFill>
                        <a:schemeClr val="tx2"/>
                      </a:solidFill>
                      <a:latin typeface="Cambria Math" panose="02040503050406030204" pitchFamily="18" charset="0"/>
                    </a:rPr>
                    <m:t>𝐵𝑎𝑙𝑙</m:t>
                  </m:r>
                  <m:r>
                    <a:rPr lang="en-US" b="0" i="1" smtClean="0">
                      <a:solidFill>
                        <a:schemeClr val="tx2"/>
                      </a:solidFill>
                      <a:latin typeface="Cambria Math" panose="02040503050406030204" pitchFamily="18" charset="0"/>
                    </a:rPr>
                    <m:t> </m:t>
                  </m:r>
                  <m:r>
                    <a:rPr lang="en-US" b="0" i="1" smtClean="0">
                      <a:solidFill>
                        <a:schemeClr val="tx2"/>
                      </a:solidFill>
                      <a:latin typeface="Cambria Math" panose="02040503050406030204" pitchFamily="18" charset="0"/>
                    </a:rPr>
                    <m:t>𝑉𝑎𝑙𝑢𝑒</m:t>
                  </m:r>
                  <m:r>
                    <a:rPr lang="en-US" b="0" i="1" smtClean="0">
                      <a:solidFill>
                        <a:schemeClr val="tx2"/>
                      </a:solidFill>
                      <a:latin typeface="Cambria Math" panose="02040503050406030204" pitchFamily="18" charset="0"/>
                    </a:rPr>
                    <m:t>∗</m:t>
                  </m:r>
                  <m:r>
                    <a:rPr lang="en-US" b="0" i="1" smtClean="0">
                      <a:solidFill>
                        <a:schemeClr val="tx2"/>
                      </a:solidFill>
                      <a:latin typeface="Cambria Math" panose="02040503050406030204" pitchFamily="18" charset="0"/>
                    </a:rPr>
                    <m:t>𝐵𝑎𝑙𝑙</m:t>
                  </m:r>
                  <m:r>
                    <a:rPr lang="en-US" b="0" i="1" smtClean="0">
                      <a:solidFill>
                        <a:schemeClr val="tx2"/>
                      </a:solidFill>
                      <a:latin typeface="Cambria Math" panose="02040503050406030204" pitchFamily="18" charset="0"/>
                    </a:rPr>
                    <m:t> </m:t>
                  </m:r>
                  <m:r>
                    <a:rPr lang="en-US" b="0" i="1" smtClean="0">
                      <a:solidFill>
                        <a:schemeClr val="tx2"/>
                      </a:solidFill>
                      <a:latin typeface="Cambria Math" panose="02040503050406030204" pitchFamily="18" charset="0"/>
                    </a:rPr>
                    <m:t>𝑃𝑟𝑜𝑏</m:t>
                  </m:r>
                  <m:r>
                    <a:rPr lang="en-US" b="0" i="1" smtClean="0">
                      <a:solidFill>
                        <a:schemeClr val="tx2"/>
                      </a:solidFill>
                      <a:latin typeface="Cambria Math" panose="02040503050406030204" pitchFamily="18" charset="0"/>
                    </a:rPr>
                    <m:t>.</m:t>
                  </m:r>
                </m:oMath>
              </a14:m>
              <a:endParaRPr lang="en-US" b="0" dirty="0">
                <a:solidFill>
                  <a:schemeClr val="tx2"/>
                </a:solidFill>
              </a:endParaRPr>
            </a:p>
          </dgm:t>
        </dgm:pt>
      </mc:Choice>
      <mc:Fallback xmlns="">
        <dgm:pt modelId="{5CBEF47D-316D-AD43-B68A-BC02CF57FF29}">
          <dgm:prSet/>
          <dgm:spPr/>
          <dgm:t>
            <a:bodyPr/>
            <a:lstStyle/>
            <a:p>
              <a:pPr>
                <a:buNone/>
              </a:pPr>
              <a:r>
                <a:rPr lang="en-US" b="0" i="0">
                  <a:solidFill>
                    <a:schemeClr val="tx2"/>
                  </a:solidFill>
                  <a:latin typeface="Cambria Math" panose="02040503050406030204" pitchFamily="18" charset="0"/>
                </a:rPr>
                <a:t>𝑆𝑡𝑟𝑖𝑘𝑒 𝑉𝑎𝑙𝑢𝑒 ∗𝑆𝑡𝑟𝑖𝑘𝑒 𝑃𝑟𝑜𝑏. +</a:t>
              </a:r>
              <a:r>
                <a:rPr lang="en-US" b="0" i="1" dirty="0">
                  <a:solidFill>
                    <a:schemeClr val="tx2"/>
                  </a:solidFill>
                  <a:latin typeface="Cambria Math" panose="02040503050406030204" pitchFamily="18" charset="0"/>
                </a:rPr>
                <a:t> </a:t>
              </a:r>
              <a:r>
                <a:rPr lang="en-US" b="0" i="0">
                  <a:solidFill>
                    <a:schemeClr val="tx2"/>
                  </a:solidFill>
                  <a:latin typeface="Cambria Math" panose="02040503050406030204" pitchFamily="18" charset="0"/>
                </a:rPr>
                <a:t>𝐵𝑎𝑙𝑙 𝑉𝑎𝑙𝑢𝑒∗𝐵𝑎𝑙𝑙 𝑃𝑟𝑜𝑏.</a:t>
              </a:r>
              <a:endParaRPr lang="en-US" b="0" dirty="0">
                <a:solidFill>
                  <a:schemeClr val="tx2"/>
                </a:solidFill>
              </a:endParaRPr>
            </a:p>
          </dgm:t>
        </dgm:pt>
      </mc:Fallback>
    </mc:AlternateContent>
    <dgm:pt modelId="{CCCD05F4-DF6C-F349-BF47-D08882A30DAD}" type="parTrans" cxnId="{C06B33D7-8FE2-DA49-AFC4-2398F4D0A4B1}">
      <dgm:prSet/>
      <dgm:spPr/>
      <dgm:t>
        <a:bodyPr/>
        <a:lstStyle/>
        <a:p>
          <a:endParaRPr lang="en-US"/>
        </a:p>
      </dgm:t>
    </dgm:pt>
    <dgm:pt modelId="{D1F4C880-F3BF-E342-8964-95570C72400D}" type="sibTrans" cxnId="{C06B33D7-8FE2-DA49-AFC4-2398F4D0A4B1}">
      <dgm:prSet/>
      <dgm:spPr/>
      <dgm:t>
        <a:bodyPr/>
        <a:lstStyle/>
        <a:p>
          <a:endParaRPr lang="en-US"/>
        </a:p>
      </dgm:t>
    </dgm:pt>
    <mc:AlternateContent xmlns:mc="http://schemas.openxmlformats.org/markup-compatibility/2006" xmlns:a14="http://schemas.microsoft.com/office/drawing/2010/main">
      <mc:Choice Requires="a14">
        <dgm:pt modelId="{C9CD6FB9-ADE6-6E4F-A076-68BD2A81A11F}">
          <dgm:prSet/>
          <dgm:spPr/>
          <dgm:t>
            <a:bodyPr/>
            <a:lstStyle/>
            <a:p>
              <a:pPr>
                <a:buFont typeface="Arial" panose="020B0604020202020204" pitchFamily="34" charset="0"/>
                <a:buNone/>
              </a:pPr>
              <a:r>
                <a:rPr lang="en-US" b="0" dirty="0">
                  <a:solidFill>
                    <a:schemeClr val="bg1"/>
                  </a:solidFill>
                </a:rPr>
                <a:t>.</a:t>
              </a:r>
              <a14:m>
                <m:oMath xmlns:m="http://schemas.openxmlformats.org/officeDocument/2006/math">
                  <m:r>
                    <a:rPr lang="en-US" b="0" i="1" smtClean="0">
                      <a:solidFill>
                        <a:schemeClr val="tx2"/>
                      </a:solidFill>
                      <a:latin typeface="Cambria Math" panose="02040503050406030204" pitchFamily="18" charset="0"/>
                    </a:rPr>
                    <m:t>𝑇𝑎𝑘𝑒</m:t>
                  </m:r>
                  <m:r>
                    <a:rPr lang="en-US" b="0" i="1" smtClean="0">
                      <a:solidFill>
                        <a:schemeClr val="tx2"/>
                      </a:solidFill>
                      <a:latin typeface="Cambria Math" panose="02040503050406030204" pitchFamily="18" charset="0"/>
                    </a:rPr>
                    <m:t> </m:t>
                  </m:r>
                  <m:r>
                    <a:rPr lang="en-US" b="0" i="1" smtClean="0">
                      <a:solidFill>
                        <a:schemeClr val="tx2"/>
                      </a:solidFill>
                      <a:latin typeface="Cambria Math" panose="02040503050406030204" pitchFamily="18" charset="0"/>
                    </a:rPr>
                    <m:t>𝑉𝑎𝑙𝑢𝑒</m:t>
                  </m:r>
                  <m:r>
                    <a:rPr lang="en-US" b="0" i="1" smtClean="0">
                      <a:solidFill>
                        <a:schemeClr val="tx2"/>
                      </a:solidFill>
                      <a:latin typeface="Cambria Math" panose="02040503050406030204" pitchFamily="18" charset="0"/>
                    </a:rPr>
                    <m:t> ∗(1−</m:t>
                  </m:r>
                  <m:r>
                    <a:rPr lang="en-US" b="0" i="1" smtClean="0">
                      <a:solidFill>
                        <a:schemeClr val="tx2"/>
                      </a:solidFill>
                      <a:latin typeface="Cambria Math" panose="02040503050406030204" pitchFamily="18" charset="0"/>
                    </a:rPr>
                    <m:t>𝑆𝑤𝑖𝑛𝑔</m:t>
                  </m:r>
                  <m:r>
                    <a:rPr lang="en-US" b="0" i="1" smtClean="0">
                      <a:solidFill>
                        <a:schemeClr val="tx2"/>
                      </a:solidFill>
                      <a:latin typeface="Cambria Math" panose="02040503050406030204" pitchFamily="18" charset="0"/>
                    </a:rPr>
                    <m:t> </m:t>
                  </m:r>
                  <m:r>
                    <a:rPr lang="en-US" b="0" i="1" smtClean="0">
                      <a:solidFill>
                        <a:schemeClr val="tx2"/>
                      </a:solidFill>
                      <a:latin typeface="Cambria Math" panose="02040503050406030204" pitchFamily="18" charset="0"/>
                    </a:rPr>
                    <m:t>𝑃𝑟𝑜𝑏</m:t>
                  </m:r>
                  <m:r>
                    <a:rPr lang="en-US" b="0" i="1" smtClean="0">
                      <a:solidFill>
                        <a:schemeClr val="tx2"/>
                      </a:solidFill>
                      <a:latin typeface="Cambria Math" panose="02040503050406030204" pitchFamily="18" charset="0"/>
                    </a:rPr>
                    <m:t>)</m:t>
                  </m:r>
                </m:oMath>
              </a14:m>
              <a:endParaRPr lang="en-US" dirty="0"/>
            </a:p>
          </dgm:t>
        </dgm:pt>
      </mc:Choice>
      <mc:Fallback xmlns="">
        <dgm:pt modelId="{C9CD6FB9-ADE6-6E4F-A076-68BD2A81A11F}">
          <dgm:prSet/>
          <dgm:spPr/>
          <dgm:t>
            <a:bodyPr/>
            <a:lstStyle/>
            <a:p>
              <a:pPr>
                <a:buFont typeface="Arial" panose="020B0604020202020204" pitchFamily="34" charset="0"/>
                <a:buNone/>
              </a:pPr>
              <a:r>
                <a:rPr lang="en-US" b="0" dirty="0">
                  <a:solidFill>
                    <a:schemeClr val="bg1"/>
                  </a:solidFill>
                </a:rPr>
                <a:t>.</a:t>
              </a:r>
              <a:r>
                <a:rPr lang="en-US" b="0" i="0">
                  <a:solidFill>
                    <a:schemeClr val="tx2"/>
                  </a:solidFill>
                  <a:latin typeface="Cambria Math" panose="02040503050406030204" pitchFamily="18" charset="0"/>
                </a:rPr>
                <a:t>𝑇𝑎𝑘𝑒 𝑉𝑎𝑙𝑢𝑒 ∗(1−𝑆𝑤𝑖𝑛𝑔 𝑃𝑟𝑜𝑏)</a:t>
              </a:r>
              <a:endParaRPr lang="en-US" dirty="0"/>
            </a:p>
          </dgm:t>
        </dgm:pt>
      </mc:Fallback>
    </mc:AlternateContent>
    <dgm:pt modelId="{04C84719-AF5C-8647-937E-898AE87A8786}" type="parTrans" cxnId="{B3DD77D4-DE45-6140-B036-94F9A8FAF326}">
      <dgm:prSet/>
      <dgm:spPr/>
      <dgm:t>
        <a:bodyPr/>
        <a:lstStyle/>
        <a:p>
          <a:endParaRPr lang="en-US"/>
        </a:p>
      </dgm:t>
    </dgm:pt>
    <dgm:pt modelId="{F222AAD8-0A92-2141-9798-C6CE9F948067}" type="sibTrans" cxnId="{B3DD77D4-DE45-6140-B036-94F9A8FAF326}">
      <dgm:prSet/>
      <dgm:spPr/>
      <dgm:t>
        <a:bodyPr/>
        <a:lstStyle/>
        <a:p>
          <a:endParaRPr lang="en-US"/>
        </a:p>
      </dgm:t>
    </dgm:pt>
    <dgm:pt modelId="{5B63E5F2-1A0D-4B4C-9062-10BE121E5444}" type="pres">
      <dgm:prSet presAssocID="{74287D85-A83D-4078-8154-C0C45DCC739C}" presName="linear" presStyleCnt="0">
        <dgm:presLayoutVars>
          <dgm:dir/>
          <dgm:animLvl val="lvl"/>
          <dgm:resizeHandles val="exact"/>
        </dgm:presLayoutVars>
      </dgm:prSet>
      <dgm:spPr/>
    </dgm:pt>
    <dgm:pt modelId="{D3DFD041-4CC1-0746-BDCE-3E3A56EE4EB5}" type="pres">
      <dgm:prSet presAssocID="{6CC5FF00-8449-4A4B-B3F2-4ED76402B852}" presName="parentLin" presStyleCnt="0"/>
      <dgm:spPr/>
    </dgm:pt>
    <dgm:pt modelId="{7E934A82-05CA-9749-A5AF-4BCA6ECBD566}" type="pres">
      <dgm:prSet presAssocID="{6CC5FF00-8449-4A4B-B3F2-4ED76402B852}" presName="parentLeftMargin" presStyleLbl="node1" presStyleIdx="0" presStyleCnt="4"/>
      <dgm:spPr/>
    </dgm:pt>
    <dgm:pt modelId="{F064381E-4C74-CA4A-8D44-E10A11F075FD}" type="pres">
      <dgm:prSet presAssocID="{6CC5FF00-8449-4A4B-B3F2-4ED76402B852}" presName="parentText" presStyleLbl="node1" presStyleIdx="0" presStyleCnt="4">
        <dgm:presLayoutVars>
          <dgm:chMax val="0"/>
          <dgm:bulletEnabled val="1"/>
        </dgm:presLayoutVars>
      </dgm:prSet>
      <dgm:spPr/>
    </dgm:pt>
    <dgm:pt modelId="{1FC58DC2-B112-A449-A1B9-D7C14C9AB435}" type="pres">
      <dgm:prSet presAssocID="{6CC5FF00-8449-4A4B-B3F2-4ED76402B852}" presName="negativeSpace" presStyleCnt="0"/>
      <dgm:spPr/>
    </dgm:pt>
    <dgm:pt modelId="{9289E2E5-E657-884B-82A9-B7E559068C7F}" type="pres">
      <dgm:prSet presAssocID="{6CC5FF00-8449-4A4B-B3F2-4ED76402B852}" presName="childText" presStyleLbl="conFgAcc1" presStyleIdx="0" presStyleCnt="4">
        <dgm:presLayoutVars>
          <dgm:bulletEnabled val="1"/>
        </dgm:presLayoutVars>
      </dgm:prSet>
      <dgm:spPr/>
    </dgm:pt>
    <dgm:pt modelId="{CC611BF0-85DE-B048-B304-0B9B4B6949F1}" type="pres">
      <dgm:prSet presAssocID="{EC7F5E29-0F22-4491-B912-FE4E41BDFD1A}" presName="spaceBetweenRectangles" presStyleCnt="0"/>
      <dgm:spPr/>
    </dgm:pt>
    <dgm:pt modelId="{6AC1C3D9-643C-C342-9950-A7C503280D1D}" type="pres">
      <dgm:prSet presAssocID="{32978B4C-C3CA-4036-9E8F-16FBB79D2AEE}" presName="parentLin" presStyleCnt="0"/>
      <dgm:spPr/>
    </dgm:pt>
    <dgm:pt modelId="{BE0145CA-303D-F64E-8A2E-186B88C86566}" type="pres">
      <dgm:prSet presAssocID="{32978B4C-C3CA-4036-9E8F-16FBB79D2AEE}" presName="parentLeftMargin" presStyleLbl="node1" presStyleIdx="0" presStyleCnt="4"/>
      <dgm:spPr/>
    </dgm:pt>
    <dgm:pt modelId="{0B2E4CED-D8FE-DC48-A0AF-A20783A29A78}" type="pres">
      <dgm:prSet presAssocID="{32978B4C-C3CA-4036-9E8F-16FBB79D2AEE}" presName="parentText" presStyleLbl="node1" presStyleIdx="1" presStyleCnt="4">
        <dgm:presLayoutVars>
          <dgm:chMax val="0"/>
          <dgm:bulletEnabled val="1"/>
        </dgm:presLayoutVars>
      </dgm:prSet>
      <dgm:spPr/>
    </dgm:pt>
    <dgm:pt modelId="{0432C4A3-E296-AE4D-ABB9-0CE5846F4ADF}" type="pres">
      <dgm:prSet presAssocID="{32978B4C-C3CA-4036-9E8F-16FBB79D2AEE}" presName="negativeSpace" presStyleCnt="0"/>
      <dgm:spPr/>
    </dgm:pt>
    <dgm:pt modelId="{882EA658-440A-CB47-A48F-E11629CB273E}" type="pres">
      <dgm:prSet presAssocID="{32978B4C-C3CA-4036-9E8F-16FBB79D2AEE}" presName="childText" presStyleLbl="conFgAcc1" presStyleIdx="1" presStyleCnt="4">
        <dgm:presLayoutVars>
          <dgm:bulletEnabled val="1"/>
        </dgm:presLayoutVars>
      </dgm:prSet>
      <dgm:spPr/>
    </dgm:pt>
    <dgm:pt modelId="{29854A86-2437-D34D-A25B-CC98AD54D850}" type="pres">
      <dgm:prSet presAssocID="{5DB29CD3-73B1-4F16-B11E-EF220D350BA6}" presName="spaceBetweenRectangles" presStyleCnt="0"/>
      <dgm:spPr/>
    </dgm:pt>
    <dgm:pt modelId="{D81CDBC7-B81C-DC43-805C-E3CAC891E22E}" type="pres">
      <dgm:prSet presAssocID="{EF7324E8-05CC-084C-9408-B957ADA2CB61}" presName="parentLin" presStyleCnt="0"/>
      <dgm:spPr/>
    </dgm:pt>
    <dgm:pt modelId="{D09934CC-9D98-344F-84E5-D2ADF9CDC057}" type="pres">
      <dgm:prSet presAssocID="{EF7324E8-05CC-084C-9408-B957ADA2CB61}" presName="parentLeftMargin" presStyleLbl="node1" presStyleIdx="1" presStyleCnt="4"/>
      <dgm:spPr/>
    </dgm:pt>
    <dgm:pt modelId="{A8D8CC0C-9D89-2E4A-9FBA-0F46A242D25C}" type="pres">
      <dgm:prSet presAssocID="{EF7324E8-05CC-084C-9408-B957ADA2CB61}" presName="parentText" presStyleLbl="node1" presStyleIdx="2" presStyleCnt="4">
        <dgm:presLayoutVars>
          <dgm:chMax val="0"/>
          <dgm:bulletEnabled val="1"/>
        </dgm:presLayoutVars>
      </dgm:prSet>
      <dgm:spPr/>
    </dgm:pt>
    <dgm:pt modelId="{BEDAC63C-4792-D648-A797-E2F0F2910A51}" type="pres">
      <dgm:prSet presAssocID="{EF7324E8-05CC-084C-9408-B957ADA2CB61}" presName="negativeSpace" presStyleCnt="0"/>
      <dgm:spPr/>
    </dgm:pt>
    <dgm:pt modelId="{17CAB9DE-5481-A94F-925F-75E224543B01}" type="pres">
      <dgm:prSet presAssocID="{EF7324E8-05CC-084C-9408-B957ADA2CB61}" presName="childText" presStyleLbl="conFgAcc1" presStyleIdx="2" presStyleCnt="4">
        <dgm:presLayoutVars>
          <dgm:bulletEnabled val="1"/>
        </dgm:presLayoutVars>
      </dgm:prSet>
      <dgm:spPr/>
    </dgm:pt>
    <dgm:pt modelId="{3EA1503E-BED0-7841-AE31-3CC1BD6CF5B0}" type="pres">
      <dgm:prSet presAssocID="{D8C1DDC5-428F-A94D-A935-76D872FCF674}" presName="spaceBetweenRectangles" presStyleCnt="0"/>
      <dgm:spPr/>
    </dgm:pt>
    <dgm:pt modelId="{DE2AB610-EF80-2C40-A9F8-B178C4E6ACB5}" type="pres">
      <dgm:prSet presAssocID="{B1722D0B-DC94-42E7-91FA-0F5E5E9B74A7}" presName="parentLin" presStyleCnt="0"/>
      <dgm:spPr/>
    </dgm:pt>
    <dgm:pt modelId="{BAE10531-5F5E-6741-BA11-232EF81A615E}" type="pres">
      <dgm:prSet presAssocID="{B1722D0B-DC94-42E7-91FA-0F5E5E9B74A7}" presName="parentLeftMargin" presStyleLbl="node1" presStyleIdx="2" presStyleCnt="4"/>
      <dgm:spPr/>
    </dgm:pt>
    <dgm:pt modelId="{3A52274C-F182-514D-B843-2298CC0204BF}" type="pres">
      <dgm:prSet presAssocID="{B1722D0B-DC94-42E7-91FA-0F5E5E9B74A7}" presName="parentText" presStyleLbl="node1" presStyleIdx="3" presStyleCnt="4">
        <dgm:presLayoutVars>
          <dgm:chMax val="0"/>
          <dgm:bulletEnabled val="1"/>
        </dgm:presLayoutVars>
      </dgm:prSet>
      <dgm:spPr/>
    </dgm:pt>
    <dgm:pt modelId="{49AA6416-3F72-8744-8549-6D003105ADAC}" type="pres">
      <dgm:prSet presAssocID="{B1722D0B-DC94-42E7-91FA-0F5E5E9B74A7}" presName="negativeSpace" presStyleCnt="0"/>
      <dgm:spPr/>
    </dgm:pt>
    <dgm:pt modelId="{8844667C-41DA-EB49-ADF6-DE8D5A9BDF6E}" type="pres">
      <dgm:prSet presAssocID="{B1722D0B-DC94-42E7-91FA-0F5E5E9B74A7}" presName="childText" presStyleLbl="conFgAcc1" presStyleIdx="3" presStyleCnt="4">
        <dgm:presLayoutVars>
          <dgm:bulletEnabled val="1"/>
        </dgm:presLayoutVars>
      </dgm:prSet>
      <dgm:spPr/>
    </dgm:pt>
  </dgm:ptLst>
  <dgm:cxnLst>
    <dgm:cxn modelId="{0A032D07-A85C-4AD4-A346-8C9133BB2935}" srcId="{32978B4C-C3CA-4036-9E8F-16FBB79D2AEE}" destId="{62996A0E-A580-4E36-A432-071C13B14A03}" srcOrd="0" destOrd="0" parTransId="{FEAFB6B8-FA27-42BB-9C0E-9ABC605D626C}" sibTransId="{AA2897DE-7C92-44E8-9C24-890A742A8857}"/>
    <dgm:cxn modelId="{8FA05208-8748-8541-94D3-479466C53E9A}" type="presOf" srcId="{B1722D0B-DC94-42E7-91FA-0F5E5E9B74A7}" destId="{BAE10531-5F5E-6741-BA11-232EF81A615E}" srcOrd="0" destOrd="0" presId="urn:microsoft.com/office/officeart/2005/8/layout/list1"/>
    <dgm:cxn modelId="{791F6309-F5A1-5D4A-9703-0DAD091A9E44}" type="presOf" srcId="{6CC5FF00-8449-4A4B-B3F2-4ED76402B852}" destId="{7E934A82-05CA-9749-A5AF-4BCA6ECBD566}" srcOrd="0" destOrd="0" presId="urn:microsoft.com/office/officeart/2005/8/layout/list1"/>
    <dgm:cxn modelId="{9CE9F622-8382-3249-B67E-B777108CFFB3}" srcId="{B1722D0B-DC94-42E7-91FA-0F5E5E9B74A7}" destId="{A136C0A7-9B31-F44F-9291-A02FBBD685BC}" srcOrd="0" destOrd="0" parTransId="{C0623967-C59E-8E46-AFAC-4FC622E966DB}" sibTransId="{B6AD4DD8-3F30-B741-9BF8-36FE05CF5B0C}"/>
    <dgm:cxn modelId="{F7B58E30-722D-F745-BB43-6976A357C6D2}" type="presOf" srcId="{74287D85-A83D-4078-8154-C0C45DCC739C}" destId="{5B63E5F2-1A0D-4B4C-9062-10BE121E5444}" srcOrd="0" destOrd="0" presId="urn:microsoft.com/office/officeart/2005/8/layout/list1"/>
    <dgm:cxn modelId="{8745D635-7516-A046-A74A-23B3EAB983A8}" type="presOf" srcId="{EF7324E8-05CC-084C-9408-B957ADA2CB61}" destId="{A8D8CC0C-9D89-2E4A-9FBA-0F46A242D25C}" srcOrd="1" destOrd="0" presId="urn:microsoft.com/office/officeart/2005/8/layout/list1"/>
    <dgm:cxn modelId="{CC1A9E41-DD7F-E244-A962-EC62A3630066}" srcId="{74287D85-A83D-4078-8154-C0C45DCC739C}" destId="{EF7324E8-05CC-084C-9408-B957ADA2CB61}" srcOrd="2" destOrd="0" parTransId="{B1BCEE29-77BF-6140-8EA9-7B928FBB8152}" sibTransId="{D8C1DDC5-428F-A94D-A935-76D872FCF674}"/>
    <dgm:cxn modelId="{7C17A553-6321-534F-B17F-06A7E7A86570}" type="presOf" srcId="{5CBEF47D-316D-AD43-B68A-BC02CF57FF29}" destId="{17CAB9DE-5481-A94F-925F-75E224543B01}" srcOrd="0" destOrd="0" presId="urn:microsoft.com/office/officeart/2005/8/layout/list1"/>
    <dgm:cxn modelId="{D0B05656-DC70-EB44-9E13-139F48E02E91}" type="presOf" srcId="{32978B4C-C3CA-4036-9E8F-16FBB79D2AEE}" destId="{0B2E4CED-D8FE-DC48-A0AF-A20783A29A78}" srcOrd="1" destOrd="0" presId="urn:microsoft.com/office/officeart/2005/8/layout/list1"/>
    <dgm:cxn modelId="{3C3F147A-91A3-A248-9F63-D8BDB06915BB}" type="presOf" srcId="{EF7324E8-05CC-084C-9408-B957ADA2CB61}" destId="{D09934CC-9D98-344F-84E5-D2ADF9CDC057}" srcOrd="0" destOrd="0" presId="urn:microsoft.com/office/officeart/2005/8/layout/list1"/>
    <dgm:cxn modelId="{ED23E481-04E8-7B41-BC31-24CD2CE8E90E}" srcId="{6CC5FF00-8449-4A4B-B3F2-4ED76402B852}" destId="{6EF174CB-20CA-9141-A811-68BEED8FD585}" srcOrd="0" destOrd="0" parTransId="{A08D98C7-43B7-CC46-ACD0-17F4139FEECE}" sibTransId="{2F689FA8-1B12-9846-A69D-796A114EFE69}"/>
    <dgm:cxn modelId="{7419DB8B-EAC8-494A-9834-4547A1111D89}" type="presOf" srcId="{C9CD6FB9-ADE6-6E4F-A076-68BD2A81A11F}" destId="{8844667C-41DA-EB49-ADF6-DE8D5A9BDF6E}" srcOrd="0" destOrd="1" presId="urn:microsoft.com/office/officeart/2005/8/layout/list1"/>
    <dgm:cxn modelId="{D690B098-57AF-F842-8511-C5C40EB25015}" type="presOf" srcId="{A136C0A7-9B31-F44F-9291-A02FBBD685BC}" destId="{8844667C-41DA-EB49-ADF6-DE8D5A9BDF6E}" srcOrd="0" destOrd="0" presId="urn:microsoft.com/office/officeart/2005/8/layout/list1"/>
    <dgm:cxn modelId="{F34B74AC-F738-D74D-9DBB-4B554E7C1685}" type="presOf" srcId="{32978B4C-C3CA-4036-9E8F-16FBB79D2AEE}" destId="{BE0145CA-303D-F64E-8A2E-186B88C86566}" srcOrd="0" destOrd="0" presId="urn:microsoft.com/office/officeart/2005/8/layout/list1"/>
    <dgm:cxn modelId="{A37FE7AF-07FE-AB49-93D0-A78C030D0542}" type="presOf" srcId="{62996A0E-A580-4E36-A432-071C13B14A03}" destId="{882EA658-440A-CB47-A48F-E11629CB273E}" srcOrd="0" destOrd="0" presId="urn:microsoft.com/office/officeart/2005/8/layout/list1"/>
    <dgm:cxn modelId="{7E3532B6-D6D7-42D4-BE91-41AE2EC89D8D}" srcId="{74287D85-A83D-4078-8154-C0C45DCC739C}" destId="{6CC5FF00-8449-4A4B-B3F2-4ED76402B852}" srcOrd="0" destOrd="0" parTransId="{58143889-E023-400C-814A-84F84F7CEAD6}" sibTransId="{EC7F5E29-0F22-4491-B912-FE4E41BDFD1A}"/>
    <dgm:cxn modelId="{F45CE6B7-B2AE-0341-B7BA-24CEA96093DC}" type="presOf" srcId="{B1722D0B-DC94-42E7-91FA-0F5E5E9B74A7}" destId="{3A52274C-F182-514D-B843-2298CC0204BF}" srcOrd="1" destOrd="0" presId="urn:microsoft.com/office/officeart/2005/8/layout/list1"/>
    <dgm:cxn modelId="{2871FCCF-F2C0-408A-90F4-AD7E2ED71F5C}" srcId="{74287D85-A83D-4078-8154-C0C45DCC739C}" destId="{B1722D0B-DC94-42E7-91FA-0F5E5E9B74A7}" srcOrd="3" destOrd="0" parTransId="{84B67637-EF39-4F76-B4F7-915D62FA6923}" sibTransId="{7C9BB149-8960-414C-9917-37DF0EA3D833}"/>
    <dgm:cxn modelId="{B45FB7D0-C892-734C-9BD3-0CFA0D11491B}" type="presOf" srcId="{6CC5FF00-8449-4A4B-B3F2-4ED76402B852}" destId="{F064381E-4C74-CA4A-8D44-E10A11F075FD}" srcOrd="1" destOrd="0" presId="urn:microsoft.com/office/officeart/2005/8/layout/list1"/>
    <dgm:cxn modelId="{B3DD77D4-DE45-6140-B036-94F9A8FAF326}" srcId="{B1722D0B-DC94-42E7-91FA-0F5E5E9B74A7}" destId="{C9CD6FB9-ADE6-6E4F-A076-68BD2A81A11F}" srcOrd="1" destOrd="0" parTransId="{04C84719-AF5C-8647-937E-898AE87A8786}" sibTransId="{F222AAD8-0A92-2141-9798-C6CE9F948067}"/>
    <dgm:cxn modelId="{C06B33D7-8FE2-DA49-AFC4-2398F4D0A4B1}" srcId="{EF7324E8-05CC-084C-9408-B957ADA2CB61}" destId="{5CBEF47D-316D-AD43-B68A-BC02CF57FF29}" srcOrd="0" destOrd="0" parTransId="{CCCD05F4-DF6C-F349-BF47-D08882A30DAD}" sibTransId="{D1F4C880-F3BF-E342-8964-95570C72400D}"/>
    <dgm:cxn modelId="{5F2934DE-7335-45C8-8088-2C59B4ED9F70}" srcId="{74287D85-A83D-4078-8154-C0C45DCC739C}" destId="{32978B4C-C3CA-4036-9E8F-16FBB79D2AEE}" srcOrd="1" destOrd="0" parTransId="{78EBCF11-AD47-4FCE-9162-281D1EF3B11A}" sibTransId="{5DB29CD3-73B1-4F16-B11E-EF220D350BA6}"/>
    <dgm:cxn modelId="{1C96D2E6-ADCD-4A41-AC8B-8AB3661B007A}" type="presOf" srcId="{6EF174CB-20CA-9141-A811-68BEED8FD585}" destId="{9289E2E5-E657-884B-82A9-B7E559068C7F}" srcOrd="0" destOrd="0" presId="urn:microsoft.com/office/officeart/2005/8/layout/list1"/>
    <dgm:cxn modelId="{D4C06213-D168-7348-A83B-4D7ABE3B5350}" type="presParOf" srcId="{5B63E5F2-1A0D-4B4C-9062-10BE121E5444}" destId="{D3DFD041-4CC1-0746-BDCE-3E3A56EE4EB5}" srcOrd="0" destOrd="0" presId="urn:microsoft.com/office/officeart/2005/8/layout/list1"/>
    <dgm:cxn modelId="{677B8229-8E46-3A43-A617-E1D8DA9BF45F}" type="presParOf" srcId="{D3DFD041-4CC1-0746-BDCE-3E3A56EE4EB5}" destId="{7E934A82-05CA-9749-A5AF-4BCA6ECBD566}" srcOrd="0" destOrd="0" presId="urn:microsoft.com/office/officeart/2005/8/layout/list1"/>
    <dgm:cxn modelId="{1CF48C76-AA2B-F24C-A65F-6B9613CD8FDD}" type="presParOf" srcId="{D3DFD041-4CC1-0746-BDCE-3E3A56EE4EB5}" destId="{F064381E-4C74-CA4A-8D44-E10A11F075FD}" srcOrd="1" destOrd="0" presId="urn:microsoft.com/office/officeart/2005/8/layout/list1"/>
    <dgm:cxn modelId="{7DF0B1E3-7D71-3B40-B64C-2C39B621B1BF}" type="presParOf" srcId="{5B63E5F2-1A0D-4B4C-9062-10BE121E5444}" destId="{1FC58DC2-B112-A449-A1B9-D7C14C9AB435}" srcOrd="1" destOrd="0" presId="urn:microsoft.com/office/officeart/2005/8/layout/list1"/>
    <dgm:cxn modelId="{9D178C0A-DB22-3941-BCF8-58996A6109A5}" type="presParOf" srcId="{5B63E5F2-1A0D-4B4C-9062-10BE121E5444}" destId="{9289E2E5-E657-884B-82A9-B7E559068C7F}" srcOrd="2" destOrd="0" presId="urn:microsoft.com/office/officeart/2005/8/layout/list1"/>
    <dgm:cxn modelId="{1699133A-4051-394D-ACB5-9E948F65987C}" type="presParOf" srcId="{5B63E5F2-1A0D-4B4C-9062-10BE121E5444}" destId="{CC611BF0-85DE-B048-B304-0B9B4B6949F1}" srcOrd="3" destOrd="0" presId="urn:microsoft.com/office/officeart/2005/8/layout/list1"/>
    <dgm:cxn modelId="{96D7E645-1C7B-6F47-840E-BD4E161D4686}" type="presParOf" srcId="{5B63E5F2-1A0D-4B4C-9062-10BE121E5444}" destId="{6AC1C3D9-643C-C342-9950-A7C503280D1D}" srcOrd="4" destOrd="0" presId="urn:microsoft.com/office/officeart/2005/8/layout/list1"/>
    <dgm:cxn modelId="{F8351E44-8214-0044-A207-2952C84B485D}" type="presParOf" srcId="{6AC1C3D9-643C-C342-9950-A7C503280D1D}" destId="{BE0145CA-303D-F64E-8A2E-186B88C86566}" srcOrd="0" destOrd="0" presId="urn:microsoft.com/office/officeart/2005/8/layout/list1"/>
    <dgm:cxn modelId="{0CADB093-F59E-4541-9C03-DE8B23ECAFA5}" type="presParOf" srcId="{6AC1C3D9-643C-C342-9950-A7C503280D1D}" destId="{0B2E4CED-D8FE-DC48-A0AF-A20783A29A78}" srcOrd="1" destOrd="0" presId="urn:microsoft.com/office/officeart/2005/8/layout/list1"/>
    <dgm:cxn modelId="{F6AFDE23-2F6F-8A43-9E92-5F2C4B3A99F4}" type="presParOf" srcId="{5B63E5F2-1A0D-4B4C-9062-10BE121E5444}" destId="{0432C4A3-E296-AE4D-ABB9-0CE5846F4ADF}" srcOrd="5" destOrd="0" presId="urn:microsoft.com/office/officeart/2005/8/layout/list1"/>
    <dgm:cxn modelId="{05BF1159-D22C-F349-8AF3-DD936411C5C2}" type="presParOf" srcId="{5B63E5F2-1A0D-4B4C-9062-10BE121E5444}" destId="{882EA658-440A-CB47-A48F-E11629CB273E}" srcOrd="6" destOrd="0" presId="urn:microsoft.com/office/officeart/2005/8/layout/list1"/>
    <dgm:cxn modelId="{6D75A232-ECE0-7746-B392-22C28E366E37}" type="presParOf" srcId="{5B63E5F2-1A0D-4B4C-9062-10BE121E5444}" destId="{29854A86-2437-D34D-A25B-CC98AD54D850}" srcOrd="7" destOrd="0" presId="urn:microsoft.com/office/officeart/2005/8/layout/list1"/>
    <dgm:cxn modelId="{E6C11609-4BA6-D54E-B1DE-0B539E8406A4}" type="presParOf" srcId="{5B63E5F2-1A0D-4B4C-9062-10BE121E5444}" destId="{D81CDBC7-B81C-DC43-805C-E3CAC891E22E}" srcOrd="8" destOrd="0" presId="urn:microsoft.com/office/officeart/2005/8/layout/list1"/>
    <dgm:cxn modelId="{570F89BB-B3F1-AE40-B4A7-097493E229D8}" type="presParOf" srcId="{D81CDBC7-B81C-DC43-805C-E3CAC891E22E}" destId="{D09934CC-9D98-344F-84E5-D2ADF9CDC057}" srcOrd="0" destOrd="0" presId="urn:microsoft.com/office/officeart/2005/8/layout/list1"/>
    <dgm:cxn modelId="{8DFFD83C-757E-CD4B-83F0-81BF7588A950}" type="presParOf" srcId="{D81CDBC7-B81C-DC43-805C-E3CAC891E22E}" destId="{A8D8CC0C-9D89-2E4A-9FBA-0F46A242D25C}" srcOrd="1" destOrd="0" presId="urn:microsoft.com/office/officeart/2005/8/layout/list1"/>
    <dgm:cxn modelId="{50643668-59E4-0349-A931-05C7E076947D}" type="presParOf" srcId="{5B63E5F2-1A0D-4B4C-9062-10BE121E5444}" destId="{BEDAC63C-4792-D648-A797-E2F0F2910A51}" srcOrd="9" destOrd="0" presId="urn:microsoft.com/office/officeart/2005/8/layout/list1"/>
    <dgm:cxn modelId="{FD2C43D0-87CF-7A49-805F-B47902ACDDE9}" type="presParOf" srcId="{5B63E5F2-1A0D-4B4C-9062-10BE121E5444}" destId="{17CAB9DE-5481-A94F-925F-75E224543B01}" srcOrd="10" destOrd="0" presId="urn:microsoft.com/office/officeart/2005/8/layout/list1"/>
    <dgm:cxn modelId="{52A7D296-4D74-D542-A1A4-8FE3D2879780}" type="presParOf" srcId="{5B63E5F2-1A0D-4B4C-9062-10BE121E5444}" destId="{3EA1503E-BED0-7841-AE31-3CC1BD6CF5B0}" srcOrd="11" destOrd="0" presId="urn:microsoft.com/office/officeart/2005/8/layout/list1"/>
    <dgm:cxn modelId="{178E03DF-EDE3-3045-BE56-73119A8E93E7}" type="presParOf" srcId="{5B63E5F2-1A0D-4B4C-9062-10BE121E5444}" destId="{DE2AB610-EF80-2C40-A9F8-B178C4E6ACB5}" srcOrd="12" destOrd="0" presId="urn:microsoft.com/office/officeart/2005/8/layout/list1"/>
    <dgm:cxn modelId="{92950CD4-9112-6248-9B55-9432717EFFA9}" type="presParOf" srcId="{DE2AB610-EF80-2C40-A9F8-B178C4E6ACB5}" destId="{BAE10531-5F5E-6741-BA11-232EF81A615E}" srcOrd="0" destOrd="0" presId="urn:microsoft.com/office/officeart/2005/8/layout/list1"/>
    <dgm:cxn modelId="{E3232A19-457B-834D-BB58-0333070EA7EC}" type="presParOf" srcId="{DE2AB610-EF80-2C40-A9F8-B178C4E6ACB5}" destId="{3A52274C-F182-514D-B843-2298CC0204BF}" srcOrd="1" destOrd="0" presId="urn:microsoft.com/office/officeart/2005/8/layout/list1"/>
    <dgm:cxn modelId="{02B4A017-1D25-AB4C-A202-A5502E9CC554}" type="presParOf" srcId="{5B63E5F2-1A0D-4B4C-9062-10BE121E5444}" destId="{49AA6416-3F72-8744-8549-6D003105ADAC}" srcOrd="13" destOrd="0" presId="urn:microsoft.com/office/officeart/2005/8/layout/list1"/>
    <dgm:cxn modelId="{5550DB5D-678F-954C-AB1D-0C28ECF2F3A5}" type="presParOf" srcId="{5B63E5F2-1A0D-4B4C-9062-10BE121E5444}" destId="{8844667C-41DA-EB49-ADF6-DE8D5A9BDF6E}"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4287D85-A83D-4078-8154-C0C45DCC739C}" type="doc">
      <dgm:prSet loTypeId="urn:microsoft.com/office/officeart/2005/8/layout/list1" loCatId="list" qsTypeId="urn:microsoft.com/office/officeart/2005/8/quickstyle/simple1" qsCatId="simple" csTypeId="urn:microsoft.com/office/officeart/2005/8/colors/colorful2" csCatId="colorful" phldr="1"/>
      <dgm:spPr/>
      <dgm:t>
        <a:bodyPr/>
        <a:lstStyle/>
        <a:p>
          <a:endParaRPr lang="en-US"/>
        </a:p>
      </dgm:t>
    </dgm:pt>
    <dgm:pt modelId="{6CC5FF00-8449-4A4B-B3F2-4ED76402B852}">
      <dgm:prSet/>
      <dgm:spPr/>
      <dgm:t>
        <a:bodyPr/>
        <a:lstStyle/>
        <a:p>
          <a:r>
            <a:rPr lang="en-US" b="1" dirty="0"/>
            <a:t>Ball Value</a:t>
          </a:r>
        </a:p>
      </dgm:t>
    </dgm:pt>
    <dgm:pt modelId="{58143889-E023-400C-814A-84F84F7CEAD6}" type="parTrans" cxnId="{7E3532B6-D6D7-42D4-BE91-41AE2EC89D8D}">
      <dgm:prSet/>
      <dgm:spPr/>
      <dgm:t>
        <a:bodyPr/>
        <a:lstStyle/>
        <a:p>
          <a:endParaRPr lang="en-US"/>
        </a:p>
      </dgm:t>
    </dgm:pt>
    <dgm:pt modelId="{EC7F5E29-0F22-4491-B912-FE4E41BDFD1A}" type="sibTrans" cxnId="{7E3532B6-D6D7-42D4-BE91-41AE2EC89D8D}">
      <dgm:prSet/>
      <dgm:spPr/>
      <dgm:t>
        <a:bodyPr/>
        <a:lstStyle/>
        <a:p>
          <a:endParaRPr lang="en-US"/>
        </a:p>
      </dgm:t>
    </dgm:pt>
    <dgm:pt modelId="{32978B4C-C3CA-4036-9E8F-16FBB79D2AEE}">
      <dgm:prSet/>
      <dgm:spPr/>
      <dgm:t>
        <a:bodyPr/>
        <a:lstStyle/>
        <a:p>
          <a:r>
            <a:rPr lang="en-US" b="1" dirty="0"/>
            <a:t>Strike Value</a:t>
          </a:r>
        </a:p>
      </dgm:t>
    </dgm:pt>
    <dgm:pt modelId="{78EBCF11-AD47-4FCE-9162-281D1EF3B11A}" type="parTrans" cxnId="{5F2934DE-7335-45C8-8088-2C59B4ED9F70}">
      <dgm:prSet/>
      <dgm:spPr/>
      <dgm:t>
        <a:bodyPr/>
        <a:lstStyle/>
        <a:p>
          <a:endParaRPr lang="en-US"/>
        </a:p>
      </dgm:t>
    </dgm:pt>
    <dgm:pt modelId="{5DB29CD3-73B1-4F16-B11E-EF220D350BA6}" type="sibTrans" cxnId="{5F2934DE-7335-45C8-8088-2C59B4ED9F70}">
      <dgm:prSet/>
      <dgm:spPr/>
      <dgm:t>
        <a:bodyPr/>
        <a:lstStyle/>
        <a:p>
          <a:endParaRPr lang="en-US"/>
        </a:p>
      </dgm:t>
    </dgm:pt>
    <dgm:pt modelId="{62996A0E-A580-4E36-A432-071C13B14A03}">
      <dgm:prSet/>
      <dgm:spPr/>
      <dgm:t>
        <a:bodyPr/>
        <a:lstStyle/>
        <a:p>
          <a:pPr>
            <a:buNone/>
          </a:pPr>
          <a:r>
            <a:rPr lang="en-US" dirty="0">
              <a:solidFill>
                <a:schemeClr val="tx2"/>
              </a:solidFill>
            </a:rPr>
            <a:t>Run-Value of a Strike, acknowledging the count</a:t>
          </a:r>
          <a:endParaRPr lang="en-US" dirty="0"/>
        </a:p>
      </dgm:t>
    </dgm:pt>
    <dgm:pt modelId="{FEAFB6B8-FA27-42BB-9C0E-9ABC605D626C}" type="parTrans" cxnId="{0A032D07-A85C-4AD4-A346-8C9133BB2935}">
      <dgm:prSet/>
      <dgm:spPr/>
      <dgm:t>
        <a:bodyPr/>
        <a:lstStyle/>
        <a:p>
          <a:endParaRPr lang="en-US"/>
        </a:p>
      </dgm:t>
    </dgm:pt>
    <dgm:pt modelId="{AA2897DE-7C92-44E8-9C24-890A742A8857}" type="sibTrans" cxnId="{0A032D07-A85C-4AD4-A346-8C9133BB2935}">
      <dgm:prSet/>
      <dgm:spPr/>
      <dgm:t>
        <a:bodyPr/>
        <a:lstStyle/>
        <a:p>
          <a:endParaRPr lang="en-US"/>
        </a:p>
      </dgm:t>
    </dgm:pt>
    <dgm:pt modelId="{B1722D0B-DC94-42E7-91FA-0F5E5E9B74A7}">
      <dgm:prSet/>
      <dgm:spPr/>
      <dgm:t>
        <a:bodyPr/>
        <a:lstStyle/>
        <a:p>
          <a:r>
            <a:rPr lang="en-US" b="1" dirty="0"/>
            <a:t>Pitch Value</a:t>
          </a:r>
        </a:p>
      </dgm:t>
    </dgm:pt>
    <dgm:pt modelId="{84B67637-EF39-4F76-B4F7-915D62FA6923}" type="parTrans" cxnId="{2871FCCF-F2C0-408A-90F4-AD7E2ED71F5C}">
      <dgm:prSet/>
      <dgm:spPr/>
      <dgm:t>
        <a:bodyPr/>
        <a:lstStyle/>
        <a:p>
          <a:endParaRPr lang="en-US"/>
        </a:p>
      </dgm:t>
    </dgm:pt>
    <dgm:pt modelId="{7C9BB149-8960-414C-9917-37DF0EA3D833}" type="sibTrans" cxnId="{2871FCCF-F2C0-408A-90F4-AD7E2ED71F5C}">
      <dgm:prSet/>
      <dgm:spPr/>
      <dgm:t>
        <a:bodyPr/>
        <a:lstStyle/>
        <a:p>
          <a:endParaRPr lang="en-US"/>
        </a:p>
      </dgm:t>
    </dgm:pt>
    <dgm:pt modelId="{A136C0A7-9B31-F44F-9291-A02FBBD685BC}">
      <dgm:prSet/>
      <dgm:spPr>
        <a:blipFill>
          <a:blip xmlns:r="http://schemas.openxmlformats.org/officeDocument/2006/relationships" r:embed="rId1"/>
          <a:stretch>
            <a:fillRect/>
          </a:stretch>
        </a:blipFill>
      </dgm:spPr>
      <dgm:t>
        <a:bodyPr/>
        <a:lstStyle/>
        <a:p>
          <a:r>
            <a:rPr lang="en-US">
              <a:noFill/>
            </a:rPr>
            <a:t> </a:t>
          </a:r>
        </a:p>
      </dgm:t>
    </dgm:pt>
    <dgm:pt modelId="{C0623967-C59E-8E46-AFAC-4FC622E966DB}" type="parTrans" cxnId="{9CE9F622-8382-3249-B67E-B777108CFFB3}">
      <dgm:prSet/>
      <dgm:spPr/>
      <dgm:t>
        <a:bodyPr/>
        <a:lstStyle/>
        <a:p>
          <a:endParaRPr lang="en-US"/>
        </a:p>
      </dgm:t>
    </dgm:pt>
    <dgm:pt modelId="{B6AD4DD8-3F30-B741-9BF8-36FE05CF5B0C}" type="sibTrans" cxnId="{9CE9F622-8382-3249-B67E-B777108CFFB3}">
      <dgm:prSet/>
      <dgm:spPr/>
      <dgm:t>
        <a:bodyPr/>
        <a:lstStyle/>
        <a:p>
          <a:endParaRPr lang="en-US"/>
        </a:p>
      </dgm:t>
    </dgm:pt>
    <dgm:pt modelId="{6EF174CB-20CA-9141-A811-68BEED8FD585}">
      <dgm:prSet/>
      <dgm:spPr/>
      <dgm:t>
        <a:bodyPr/>
        <a:lstStyle/>
        <a:p>
          <a:pPr>
            <a:buNone/>
          </a:pPr>
          <a:r>
            <a:rPr lang="en-US" dirty="0"/>
            <a:t>Outputs </a:t>
          </a:r>
          <a:r>
            <a:rPr lang="en-US" dirty="0">
              <a:solidFill>
                <a:schemeClr val="tx2"/>
              </a:solidFill>
            </a:rPr>
            <a:t>Run-Value of a Ball, acknowledging the count</a:t>
          </a:r>
          <a:endParaRPr lang="en-US" dirty="0"/>
        </a:p>
      </dgm:t>
    </dgm:pt>
    <dgm:pt modelId="{A08D98C7-43B7-CC46-ACD0-17F4139FEECE}" type="parTrans" cxnId="{ED23E481-04E8-7B41-BC31-24CD2CE8E90E}">
      <dgm:prSet/>
      <dgm:spPr/>
      <dgm:t>
        <a:bodyPr/>
        <a:lstStyle/>
        <a:p>
          <a:endParaRPr lang="en-US"/>
        </a:p>
      </dgm:t>
    </dgm:pt>
    <dgm:pt modelId="{2F689FA8-1B12-9846-A69D-796A114EFE69}" type="sibTrans" cxnId="{ED23E481-04E8-7B41-BC31-24CD2CE8E90E}">
      <dgm:prSet/>
      <dgm:spPr/>
      <dgm:t>
        <a:bodyPr/>
        <a:lstStyle/>
        <a:p>
          <a:endParaRPr lang="en-US"/>
        </a:p>
      </dgm:t>
    </dgm:pt>
    <dgm:pt modelId="{EF7324E8-05CC-084C-9408-B957ADA2CB61}">
      <dgm:prSet/>
      <dgm:spPr/>
      <dgm:t>
        <a:bodyPr/>
        <a:lstStyle/>
        <a:p>
          <a:r>
            <a:rPr lang="en-US" b="1" dirty="0"/>
            <a:t>Take Value</a:t>
          </a:r>
        </a:p>
      </dgm:t>
    </dgm:pt>
    <dgm:pt modelId="{B1BCEE29-77BF-6140-8EA9-7B928FBB8152}" type="parTrans" cxnId="{CC1A9E41-DD7F-E244-A962-EC62A3630066}">
      <dgm:prSet/>
      <dgm:spPr/>
      <dgm:t>
        <a:bodyPr/>
        <a:lstStyle/>
        <a:p>
          <a:endParaRPr lang="en-US"/>
        </a:p>
      </dgm:t>
    </dgm:pt>
    <dgm:pt modelId="{D8C1DDC5-428F-A94D-A935-76D872FCF674}" type="sibTrans" cxnId="{CC1A9E41-DD7F-E244-A962-EC62A3630066}">
      <dgm:prSet/>
      <dgm:spPr/>
      <dgm:t>
        <a:bodyPr/>
        <a:lstStyle/>
        <a:p>
          <a:endParaRPr lang="en-US"/>
        </a:p>
      </dgm:t>
    </dgm:pt>
    <dgm:pt modelId="{5CBEF47D-316D-AD43-B68A-BC02CF57FF29}">
      <dgm:prSet/>
      <dgm:spPr>
        <a:blipFill>
          <a:blip xmlns:r="http://schemas.openxmlformats.org/officeDocument/2006/relationships" r:embed="rId2"/>
          <a:stretch>
            <a:fillRect/>
          </a:stretch>
        </a:blipFill>
      </dgm:spPr>
      <dgm:t>
        <a:bodyPr/>
        <a:lstStyle/>
        <a:p>
          <a:r>
            <a:rPr lang="en-US">
              <a:noFill/>
            </a:rPr>
            <a:t> </a:t>
          </a:r>
        </a:p>
      </dgm:t>
    </dgm:pt>
    <dgm:pt modelId="{CCCD05F4-DF6C-F349-BF47-D08882A30DAD}" type="parTrans" cxnId="{C06B33D7-8FE2-DA49-AFC4-2398F4D0A4B1}">
      <dgm:prSet/>
      <dgm:spPr/>
      <dgm:t>
        <a:bodyPr/>
        <a:lstStyle/>
        <a:p>
          <a:endParaRPr lang="en-US"/>
        </a:p>
      </dgm:t>
    </dgm:pt>
    <dgm:pt modelId="{D1F4C880-F3BF-E342-8964-95570C72400D}" type="sibTrans" cxnId="{C06B33D7-8FE2-DA49-AFC4-2398F4D0A4B1}">
      <dgm:prSet/>
      <dgm:spPr/>
      <dgm:t>
        <a:bodyPr/>
        <a:lstStyle/>
        <a:p>
          <a:endParaRPr lang="en-US"/>
        </a:p>
      </dgm:t>
    </dgm:pt>
    <dgm:pt modelId="{C9CD6FB9-ADE6-6E4F-A076-68BD2A81A11F}">
      <dgm:prSet/>
      <dgm:spPr/>
      <dgm:t>
        <a:bodyPr/>
        <a:lstStyle/>
        <a:p>
          <a:r>
            <a:rPr lang="en-US">
              <a:noFill/>
            </a:rPr>
            <a:t> </a:t>
          </a:r>
        </a:p>
      </dgm:t>
    </dgm:pt>
    <dgm:pt modelId="{04C84719-AF5C-8647-937E-898AE87A8786}" type="parTrans" cxnId="{B3DD77D4-DE45-6140-B036-94F9A8FAF326}">
      <dgm:prSet/>
      <dgm:spPr/>
      <dgm:t>
        <a:bodyPr/>
        <a:lstStyle/>
        <a:p>
          <a:endParaRPr lang="en-US"/>
        </a:p>
      </dgm:t>
    </dgm:pt>
    <dgm:pt modelId="{F222AAD8-0A92-2141-9798-C6CE9F948067}" type="sibTrans" cxnId="{B3DD77D4-DE45-6140-B036-94F9A8FAF326}">
      <dgm:prSet/>
      <dgm:spPr/>
      <dgm:t>
        <a:bodyPr/>
        <a:lstStyle/>
        <a:p>
          <a:endParaRPr lang="en-US"/>
        </a:p>
      </dgm:t>
    </dgm:pt>
    <dgm:pt modelId="{5B63E5F2-1A0D-4B4C-9062-10BE121E5444}" type="pres">
      <dgm:prSet presAssocID="{74287D85-A83D-4078-8154-C0C45DCC739C}" presName="linear" presStyleCnt="0">
        <dgm:presLayoutVars>
          <dgm:dir/>
          <dgm:animLvl val="lvl"/>
          <dgm:resizeHandles val="exact"/>
        </dgm:presLayoutVars>
      </dgm:prSet>
      <dgm:spPr/>
    </dgm:pt>
    <dgm:pt modelId="{D3DFD041-4CC1-0746-BDCE-3E3A56EE4EB5}" type="pres">
      <dgm:prSet presAssocID="{6CC5FF00-8449-4A4B-B3F2-4ED76402B852}" presName="parentLin" presStyleCnt="0"/>
      <dgm:spPr/>
    </dgm:pt>
    <dgm:pt modelId="{7E934A82-05CA-9749-A5AF-4BCA6ECBD566}" type="pres">
      <dgm:prSet presAssocID="{6CC5FF00-8449-4A4B-B3F2-4ED76402B852}" presName="parentLeftMargin" presStyleLbl="node1" presStyleIdx="0" presStyleCnt="4"/>
      <dgm:spPr/>
    </dgm:pt>
    <dgm:pt modelId="{F064381E-4C74-CA4A-8D44-E10A11F075FD}" type="pres">
      <dgm:prSet presAssocID="{6CC5FF00-8449-4A4B-B3F2-4ED76402B852}" presName="parentText" presStyleLbl="node1" presStyleIdx="0" presStyleCnt="4">
        <dgm:presLayoutVars>
          <dgm:chMax val="0"/>
          <dgm:bulletEnabled val="1"/>
        </dgm:presLayoutVars>
      </dgm:prSet>
      <dgm:spPr/>
    </dgm:pt>
    <dgm:pt modelId="{1FC58DC2-B112-A449-A1B9-D7C14C9AB435}" type="pres">
      <dgm:prSet presAssocID="{6CC5FF00-8449-4A4B-B3F2-4ED76402B852}" presName="negativeSpace" presStyleCnt="0"/>
      <dgm:spPr/>
    </dgm:pt>
    <dgm:pt modelId="{9289E2E5-E657-884B-82A9-B7E559068C7F}" type="pres">
      <dgm:prSet presAssocID="{6CC5FF00-8449-4A4B-B3F2-4ED76402B852}" presName="childText" presStyleLbl="conFgAcc1" presStyleIdx="0" presStyleCnt="4">
        <dgm:presLayoutVars>
          <dgm:bulletEnabled val="1"/>
        </dgm:presLayoutVars>
      </dgm:prSet>
      <dgm:spPr/>
    </dgm:pt>
    <dgm:pt modelId="{CC611BF0-85DE-B048-B304-0B9B4B6949F1}" type="pres">
      <dgm:prSet presAssocID="{EC7F5E29-0F22-4491-B912-FE4E41BDFD1A}" presName="spaceBetweenRectangles" presStyleCnt="0"/>
      <dgm:spPr/>
    </dgm:pt>
    <dgm:pt modelId="{6AC1C3D9-643C-C342-9950-A7C503280D1D}" type="pres">
      <dgm:prSet presAssocID="{32978B4C-C3CA-4036-9E8F-16FBB79D2AEE}" presName="parentLin" presStyleCnt="0"/>
      <dgm:spPr/>
    </dgm:pt>
    <dgm:pt modelId="{BE0145CA-303D-F64E-8A2E-186B88C86566}" type="pres">
      <dgm:prSet presAssocID="{32978B4C-C3CA-4036-9E8F-16FBB79D2AEE}" presName="parentLeftMargin" presStyleLbl="node1" presStyleIdx="0" presStyleCnt="4"/>
      <dgm:spPr/>
    </dgm:pt>
    <dgm:pt modelId="{0B2E4CED-D8FE-DC48-A0AF-A20783A29A78}" type="pres">
      <dgm:prSet presAssocID="{32978B4C-C3CA-4036-9E8F-16FBB79D2AEE}" presName="parentText" presStyleLbl="node1" presStyleIdx="1" presStyleCnt="4">
        <dgm:presLayoutVars>
          <dgm:chMax val="0"/>
          <dgm:bulletEnabled val="1"/>
        </dgm:presLayoutVars>
      </dgm:prSet>
      <dgm:spPr/>
    </dgm:pt>
    <dgm:pt modelId="{0432C4A3-E296-AE4D-ABB9-0CE5846F4ADF}" type="pres">
      <dgm:prSet presAssocID="{32978B4C-C3CA-4036-9E8F-16FBB79D2AEE}" presName="negativeSpace" presStyleCnt="0"/>
      <dgm:spPr/>
    </dgm:pt>
    <dgm:pt modelId="{882EA658-440A-CB47-A48F-E11629CB273E}" type="pres">
      <dgm:prSet presAssocID="{32978B4C-C3CA-4036-9E8F-16FBB79D2AEE}" presName="childText" presStyleLbl="conFgAcc1" presStyleIdx="1" presStyleCnt="4">
        <dgm:presLayoutVars>
          <dgm:bulletEnabled val="1"/>
        </dgm:presLayoutVars>
      </dgm:prSet>
      <dgm:spPr/>
    </dgm:pt>
    <dgm:pt modelId="{29854A86-2437-D34D-A25B-CC98AD54D850}" type="pres">
      <dgm:prSet presAssocID="{5DB29CD3-73B1-4F16-B11E-EF220D350BA6}" presName="spaceBetweenRectangles" presStyleCnt="0"/>
      <dgm:spPr/>
    </dgm:pt>
    <dgm:pt modelId="{D81CDBC7-B81C-DC43-805C-E3CAC891E22E}" type="pres">
      <dgm:prSet presAssocID="{EF7324E8-05CC-084C-9408-B957ADA2CB61}" presName="parentLin" presStyleCnt="0"/>
      <dgm:spPr/>
    </dgm:pt>
    <dgm:pt modelId="{D09934CC-9D98-344F-84E5-D2ADF9CDC057}" type="pres">
      <dgm:prSet presAssocID="{EF7324E8-05CC-084C-9408-B957ADA2CB61}" presName="parentLeftMargin" presStyleLbl="node1" presStyleIdx="1" presStyleCnt="4"/>
      <dgm:spPr/>
    </dgm:pt>
    <dgm:pt modelId="{A8D8CC0C-9D89-2E4A-9FBA-0F46A242D25C}" type="pres">
      <dgm:prSet presAssocID="{EF7324E8-05CC-084C-9408-B957ADA2CB61}" presName="parentText" presStyleLbl="node1" presStyleIdx="2" presStyleCnt="4">
        <dgm:presLayoutVars>
          <dgm:chMax val="0"/>
          <dgm:bulletEnabled val="1"/>
        </dgm:presLayoutVars>
      </dgm:prSet>
      <dgm:spPr/>
    </dgm:pt>
    <dgm:pt modelId="{BEDAC63C-4792-D648-A797-E2F0F2910A51}" type="pres">
      <dgm:prSet presAssocID="{EF7324E8-05CC-084C-9408-B957ADA2CB61}" presName="negativeSpace" presStyleCnt="0"/>
      <dgm:spPr/>
    </dgm:pt>
    <dgm:pt modelId="{17CAB9DE-5481-A94F-925F-75E224543B01}" type="pres">
      <dgm:prSet presAssocID="{EF7324E8-05CC-084C-9408-B957ADA2CB61}" presName="childText" presStyleLbl="conFgAcc1" presStyleIdx="2" presStyleCnt="4">
        <dgm:presLayoutVars>
          <dgm:bulletEnabled val="1"/>
        </dgm:presLayoutVars>
      </dgm:prSet>
      <dgm:spPr/>
    </dgm:pt>
    <dgm:pt modelId="{3EA1503E-BED0-7841-AE31-3CC1BD6CF5B0}" type="pres">
      <dgm:prSet presAssocID="{D8C1DDC5-428F-A94D-A935-76D872FCF674}" presName="spaceBetweenRectangles" presStyleCnt="0"/>
      <dgm:spPr/>
    </dgm:pt>
    <dgm:pt modelId="{DE2AB610-EF80-2C40-A9F8-B178C4E6ACB5}" type="pres">
      <dgm:prSet presAssocID="{B1722D0B-DC94-42E7-91FA-0F5E5E9B74A7}" presName="parentLin" presStyleCnt="0"/>
      <dgm:spPr/>
    </dgm:pt>
    <dgm:pt modelId="{BAE10531-5F5E-6741-BA11-232EF81A615E}" type="pres">
      <dgm:prSet presAssocID="{B1722D0B-DC94-42E7-91FA-0F5E5E9B74A7}" presName="parentLeftMargin" presStyleLbl="node1" presStyleIdx="2" presStyleCnt="4"/>
      <dgm:spPr/>
    </dgm:pt>
    <dgm:pt modelId="{3A52274C-F182-514D-B843-2298CC0204BF}" type="pres">
      <dgm:prSet presAssocID="{B1722D0B-DC94-42E7-91FA-0F5E5E9B74A7}" presName="parentText" presStyleLbl="node1" presStyleIdx="3" presStyleCnt="4">
        <dgm:presLayoutVars>
          <dgm:chMax val="0"/>
          <dgm:bulletEnabled val="1"/>
        </dgm:presLayoutVars>
      </dgm:prSet>
      <dgm:spPr/>
    </dgm:pt>
    <dgm:pt modelId="{49AA6416-3F72-8744-8549-6D003105ADAC}" type="pres">
      <dgm:prSet presAssocID="{B1722D0B-DC94-42E7-91FA-0F5E5E9B74A7}" presName="negativeSpace" presStyleCnt="0"/>
      <dgm:spPr/>
    </dgm:pt>
    <dgm:pt modelId="{8844667C-41DA-EB49-ADF6-DE8D5A9BDF6E}" type="pres">
      <dgm:prSet presAssocID="{B1722D0B-DC94-42E7-91FA-0F5E5E9B74A7}" presName="childText" presStyleLbl="conFgAcc1" presStyleIdx="3" presStyleCnt="4">
        <dgm:presLayoutVars>
          <dgm:bulletEnabled val="1"/>
        </dgm:presLayoutVars>
      </dgm:prSet>
      <dgm:spPr/>
    </dgm:pt>
  </dgm:ptLst>
  <dgm:cxnLst>
    <dgm:cxn modelId="{0A032D07-A85C-4AD4-A346-8C9133BB2935}" srcId="{32978B4C-C3CA-4036-9E8F-16FBB79D2AEE}" destId="{62996A0E-A580-4E36-A432-071C13B14A03}" srcOrd="0" destOrd="0" parTransId="{FEAFB6B8-FA27-42BB-9C0E-9ABC605D626C}" sibTransId="{AA2897DE-7C92-44E8-9C24-890A742A8857}"/>
    <dgm:cxn modelId="{8FA05208-8748-8541-94D3-479466C53E9A}" type="presOf" srcId="{B1722D0B-DC94-42E7-91FA-0F5E5E9B74A7}" destId="{BAE10531-5F5E-6741-BA11-232EF81A615E}" srcOrd="0" destOrd="0" presId="urn:microsoft.com/office/officeart/2005/8/layout/list1"/>
    <dgm:cxn modelId="{791F6309-F5A1-5D4A-9703-0DAD091A9E44}" type="presOf" srcId="{6CC5FF00-8449-4A4B-B3F2-4ED76402B852}" destId="{7E934A82-05CA-9749-A5AF-4BCA6ECBD566}" srcOrd="0" destOrd="0" presId="urn:microsoft.com/office/officeart/2005/8/layout/list1"/>
    <dgm:cxn modelId="{9CE9F622-8382-3249-B67E-B777108CFFB3}" srcId="{B1722D0B-DC94-42E7-91FA-0F5E5E9B74A7}" destId="{A136C0A7-9B31-F44F-9291-A02FBBD685BC}" srcOrd="0" destOrd="0" parTransId="{C0623967-C59E-8E46-AFAC-4FC622E966DB}" sibTransId="{B6AD4DD8-3F30-B741-9BF8-36FE05CF5B0C}"/>
    <dgm:cxn modelId="{F7B58E30-722D-F745-BB43-6976A357C6D2}" type="presOf" srcId="{74287D85-A83D-4078-8154-C0C45DCC739C}" destId="{5B63E5F2-1A0D-4B4C-9062-10BE121E5444}" srcOrd="0" destOrd="0" presId="urn:microsoft.com/office/officeart/2005/8/layout/list1"/>
    <dgm:cxn modelId="{8745D635-7516-A046-A74A-23B3EAB983A8}" type="presOf" srcId="{EF7324E8-05CC-084C-9408-B957ADA2CB61}" destId="{A8D8CC0C-9D89-2E4A-9FBA-0F46A242D25C}" srcOrd="1" destOrd="0" presId="urn:microsoft.com/office/officeart/2005/8/layout/list1"/>
    <dgm:cxn modelId="{CC1A9E41-DD7F-E244-A962-EC62A3630066}" srcId="{74287D85-A83D-4078-8154-C0C45DCC739C}" destId="{EF7324E8-05CC-084C-9408-B957ADA2CB61}" srcOrd="2" destOrd="0" parTransId="{B1BCEE29-77BF-6140-8EA9-7B928FBB8152}" sibTransId="{D8C1DDC5-428F-A94D-A935-76D872FCF674}"/>
    <dgm:cxn modelId="{7C17A553-6321-534F-B17F-06A7E7A86570}" type="presOf" srcId="{5CBEF47D-316D-AD43-B68A-BC02CF57FF29}" destId="{17CAB9DE-5481-A94F-925F-75E224543B01}" srcOrd="0" destOrd="0" presId="urn:microsoft.com/office/officeart/2005/8/layout/list1"/>
    <dgm:cxn modelId="{D0B05656-DC70-EB44-9E13-139F48E02E91}" type="presOf" srcId="{32978B4C-C3CA-4036-9E8F-16FBB79D2AEE}" destId="{0B2E4CED-D8FE-DC48-A0AF-A20783A29A78}" srcOrd="1" destOrd="0" presId="urn:microsoft.com/office/officeart/2005/8/layout/list1"/>
    <dgm:cxn modelId="{3C3F147A-91A3-A248-9F63-D8BDB06915BB}" type="presOf" srcId="{EF7324E8-05CC-084C-9408-B957ADA2CB61}" destId="{D09934CC-9D98-344F-84E5-D2ADF9CDC057}" srcOrd="0" destOrd="0" presId="urn:microsoft.com/office/officeart/2005/8/layout/list1"/>
    <dgm:cxn modelId="{ED23E481-04E8-7B41-BC31-24CD2CE8E90E}" srcId="{6CC5FF00-8449-4A4B-B3F2-4ED76402B852}" destId="{6EF174CB-20CA-9141-A811-68BEED8FD585}" srcOrd="0" destOrd="0" parTransId="{A08D98C7-43B7-CC46-ACD0-17F4139FEECE}" sibTransId="{2F689FA8-1B12-9846-A69D-796A114EFE69}"/>
    <dgm:cxn modelId="{7419DB8B-EAC8-494A-9834-4547A1111D89}" type="presOf" srcId="{C9CD6FB9-ADE6-6E4F-A076-68BD2A81A11F}" destId="{8844667C-41DA-EB49-ADF6-DE8D5A9BDF6E}" srcOrd="0" destOrd="1" presId="urn:microsoft.com/office/officeart/2005/8/layout/list1"/>
    <dgm:cxn modelId="{D690B098-57AF-F842-8511-C5C40EB25015}" type="presOf" srcId="{A136C0A7-9B31-F44F-9291-A02FBBD685BC}" destId="{8844667C-41DA-EB49-ADF6-DE8D5A9BDF6E}" srcOrd="0" destOrd="0" presId="urn:microsoft.com/office/officeart/2005/8/layout/list1"/>
    <dgm:cxn modelId="{F34B74AC-F738-D74D-9DBB-4B554E7C1685}" type="presOf" srcId="{32978B4C-C3CA-4036-9E8F-16FBB79D2AEE}" destId="{BE0145CA-303D-F64E-8A2E-186B88C86566}" srcOrd="0" destOrd="0" presId="urn:microsoft.com/office/officeart/2005/8/layout/list1"/>
    <dgm:cxn modelId="{A37FE7AF-07FE-AB49-93D0-A78C030D0542}" type="presOf" srcId="{62996A0E-A580-4E36-A432-071C13B14A03}" destId="{882EA658-440A-CB47-A48F-E11629CB273E}" srcOrd="0" destOrd="0" presId="urn:microsoft.com/office/officeart/2005/8/layout/list1"/>
    <dgm:cxn modelId="{7E3532B6-D6D7-42D4-BE91-41AE2EC89D8D}" srcId="{74287D85-A83D-4078-8154-C0C45DCC739C}" destId="{6CC5FF00-8449-4A4B-B3F2-4ED76402B852}" srcOrd="0" destOrd="0" parTransId="{58143889-E023-400C-814A-84F84F7CEAD6}" sibTransId="{EC7F5E29-0F22-4491-B912-FE4E41BDFD1A}"/>
    <dgm:cxn modelId="{F45CE6B7-B2AE-0341-B7BA-24CEA96093DC}" type="presOf" srcId="{B1722D0B-DC94-42E7-91FA-0F5E5E9B74A7}" destId="{3A52274C-F182-514D-B843-2298CC0204BF}" srcOrd="1" destOrd="0" presId="urn:microsoft.com/office/officeart/2005/8/layout/list1"/>
    <dgm:cxn modelId="{2871FCCF-F2C0-408A-90F4-AD7E2ED71F5C}" srcId="{74287D85-A83D-4078-8154-C0C45DCC739C}" destId="{B1722D0B-DC94-42E7-91FA-0F5E5E9B74A7}" srcOrd="3" destOrd="0" parTransId="{84B67637-EF39-4F76-B4F7-915D62FA6923}" sibTransId="{7C9BB149-8960-414C-9917-37DF0EA3D833}"/>
    <dgm:cxn modelId="{B45FB7D0-C892-734C-9BD3-0CFA0D11491B}" type="presOf" srcId="{6CC5FF00-8449-4A4B-B3F2-4ED76402B852}" destId="{F064381E-4C74-CA4A-8D44-E10A11F075FD}" srcOrd="1" destOrd="0" presId="urn:microsoft.com/office/officeart/2005/8/layout/list1"/>
    <dgm:cxn modelId="{B3DD77D4-DE45-6140-B036-94F9A8FAF326}" srcId="{B1722D0B-DC94-42E7-91FA-0F5E5E9B74A7}" destId="{C9CD6FB9-ADE6-6E4F-A076-68BD2A81A11F}" srcOrd="1" destOrd="0" parTransId="{04C84719-AF5C-8647-937E-898AE87A8786}" sibTransId="{F222AAD8-0A92-2141-9798-C6CE9F948067}"/>
    <dgm:cxn modelId="{C06B33D7-8FE2-DA49-AFC4-2398F4D0A4B1}" srcId="{EF7324E8-05CC-084C-9408-B957ADA2CB61}" destId="{5CBEF47D-316D-AD43-B68A-BC02CF57FF29}" srcOrd="0" destOrd="0" parTransId="{CCCD05F4-DF6C-F349-BF47-D08882A30DAD}" sibTransId="{D1F4C880-F3BF-E342-8964-95570C72400D}"/>
    <dgm:cxn modelId="{5F2934DE-7335-45C8-8088-2C59B4ED9F70}" srcId="{74287D85-A83D-4078-8154-C0C45DCC739C}" destId="{32978B4C-C3CA-4036-9E8F-16FBB79D2AEE}" srcOrd="1" destOrd="0" parTransId="{78EBCF11-AD47-4FCE-9162-281D1EF3B11A}" sibTransId="{5DB29CD3-73B1-4F16-B11E-EF220D350BA6}"/>
    <dgm:cxn modelId="{1C96D2E6-ADCD-4A41-AC8B-8AB3661B007A}" type="presOf" srcId="{6EF174CB-20CA-9141-A811-68BEED8FD585}" destId="{9289E2E5-E657-884B-82A9-B7E559068C7F}" srcOrd="0" destOrd="0" presId="urn:microsoft.com/office/officeart/2005/8/layout/list1"/>
    <dgm:cxn modelId="{D4C06213-D168-7348-A83B-4D7ABE3B5350}" type="presParOf" srcId="{5B63E5F2-1A0D-4B4C-9062-10BE121E5444}" destId="{D3DFD041-4CC1-0746-BDCE-3E3A56EE4EB5}" srcOrd="0" destOrd="0" presId="urn:microsoft.com/office/officeart/2005/8/layout/list1"/>
    <dgm:cxn modelId="{677B8229-8E46-3A43-A617-E1D8DA9BF45F}" type="presParOf" srcId="{D3DFD041-4CC1-0746-BDCE-3E3A56EE4EB5}" destId="{7E934A82-05CA-9749-A5AF-4BCA6ECBD566}" srcOrd="0" destOrd="0" presId="urn:microsoft.com/office/officeart/2005/8/layout/list1"/>
    <dgm:cxn modelId="{1CF48C76-AA2B-F24C-A65F-6B9613CD8FDD}" type="presParOf" srcId="{D3DFD041-4CC1-0746-BDCE-3E3A56EE4EB5}" destId="{F064381E-4C74-CA4A-8D44-E10A11F075FD}" srcOrd="1" destOrd="0" presId="urn:microsoft.com/office/officeart/2005/8/layout/list1"/>
    <dgm:cxn modelId="{7DF0B1E3-7D71-3B40-B64C-2C39B621B1BF}" type="presParOf" srcId="{5B63E5F2-1A0D-4B4C-9062-10BE121E5444}" destId="{1FC58DC2-B112-A449-A1B9-D7C14C9AB435}" srcOrd="1" destOrd="0" presId="urn:microsoft.com/office/officeart/2005/8/layout/list1"/>
    <dgm:cxn modelId="{9D178C0A-DB22-3941-BCF8-58996A6109A5}" type="presParOf" srcId="{5B63E5F2-1A0D-4B4C-9062-10BE121E5444}" destId="{9289E2E5-E657-884B-82A9-B7E559068C7F}" srcOrd="2" destOrd="0" presId="urn:microsoft.com/office/officeart/2005/8/layout/list1"/>
    <dgm:cxn modelId="{1699133A-4051-394D-ACB5-9E948F65987C}" type="presParOf" srcId="{5B63E5F2-1A0D-4B4C-9062-10BE121E5444}" destId="{CC611BF0-85DE-B048-B304-0B9B4B6949F1}" srcOrd="3" destOrd="0" presId="urn:microsoft.com/office/officeart/2005/8/layout/list1"/>
    <dgm:cxn modelId="{96D7E645-1C7B-6F47-840E-BD4E161D4686}" type="presParOf" srcId="{5B63E5F2-1A0D-4B4C-9062-10BE121E5444}" destId="{6AC1C3D9-643C-C342-9950-A7C503280D1D}" srcOrd="4" destOrd="0" presId="urn:microsoft.com/office/officeart/2005/8/layout/list1"/>
    <dgm:cxn modelId="{F8351E44-8214-0044-A207-2952C84B485D}" type="presParOf" srcId="{6AC1C3D9-643C-C342-9950-A7C503280D1D}" destId="{BE0145CA-303D-F64E-8A2E-186B88C86566}" srcOrd="0" destOrd="0" presId="urn:microsoft.com/office/officeart/2005/8/layout/list1"/>
    <dgm:cxn modelId="{0CADB093-F59E-4541-9C03-DE8B23ECAFA5}" type="presParOf" srcId="{6AC1C3D9-643C-C342-9950-A7C503280D1D}" destId="{0B2E4CED-D8FE-DC48-A0AF-A20783A29A78}" srcOrd="1" destOrd="0" presId="urn:microsoft.com/office/officeart/2005/8/layout/list1"/>
    <dgm:cxn modelId="{F6AFDE23-2F6F-8A43-9E92-5F2C4B3A99F4}" type="presParOf" srcId="{5B63E5F2-1A0D-4B4C-9062-10BE121E5444}" destId="{0432C4A3-E296-AE4D-ABB9-0CE5846F4ADF}" srcOrd="5" destOrd="0" presId="urn:microsoft.com/office/officeart/2005/8/layout/list1"/>
    <dgm:cxn modelId="{05BF1159-D22C-F349-8AF3-DD936411C5C2}" type="presParOf" srcId="{5B63E5F2-1A0D-4B4C-9062-10BE121E5444}" destId="{882EA658-440A-CB47-A48F-E11629CB273E}" srcOrd="6" destOrd="0" presId="urn:microsoft.com/office/officeart/2005/8/layout/list1"/>
    <dgm:cxn modelId="{6D75A232-ECE0-7746-B392-22C28E366E37}" type="presParOf" srcId="{5B63E5F2-1A0D-4B4C-9062-10BE121E5444}" destId="{29854A86-2437-D34D-A25B-CC98AD54D850}" srcOrd="7" destOrd="0" presId="urn:microsoft.com/office/officeart/2005/8/layout/list1"/>
    <dgm:cxn modelId="{E6C11609-4BA6-D54E-B1DE-0B539E8406A4}" type="presParOf" srcId="{5B63E5F2-1A0D-4B4C-9062-10BE121E5444}" destId="{D81CDBC7-B81C-DC43-805C-E3CAC891E22E}" srcOrd="8" destOrd="0" presId="urn:microsoft.com/office/officeart/2005/8/layout/list1"/>
    <dgm:cxn modelId="{570F89BB-B3F1-AE40-B4A7-097493E229D8}" type="presParOf" srcId="{D81CDBC7-B81C-DC43-805C-E3CAC891E22E}" destId="{D09934CC-9D98-344F-84E5-D2ADF9CDC057}" srcOrd="0" destOrd="0" presId="urn:microsoft.com/office/officeart/2005/8/layout/list1"/>
    <dgm:cxn modelId="{8DFFD83C-757E-CD4B-83F0-81BF7588A950}" type="presParOf" srcId="{D81CDBC7-B81C-DC43-805C-E3CAC891E22E}" destId="{A8D8CC0C-9D89-2E4A-9FBA-0F46A242D25C}" srcOrd="1" destOrd="0" presId="urn:microsoft.com/office/officeart/2005/8/layout/list1"/>
    <dgm:cxn modelId="{50643668-59E4-0349-A931-05C7E076947D}" type="presParOf" srcId="{5B63E5F2-1A0D-4B4C-9062-10BE121E5444}" destId="{BEDAC63C-4792-D648-A797-E2F0F2910A51}" srcOrd="9" destOrd="0" presId="urn:microsoft.com/office/officeart/2005/8/layout/list1"/>
    <dgm:cxn modelId="{FD2C43D0-87CF-7A49-805F-B47902ACDDE9}" type="presParOf" srcId="{5B63E5F2-1A0D-4B4C-9062-10BE121E5444}" destId="{17CAB9DE-5481-A94F-925F-75E224543B01}" srcOrd="10" destOrd="0" presId="urn:microsoft.com/office/officeart/2005/8/layout/list1"/>
    <dgm:cxn modelId="{52A7D296-4D74-D542-A1A4-8FE3D2879780}" type="presParOf" srcId="{5B63E5F2-1A0D-4B4C-9062-10BE121E5444}" destId="{3EA1503E-BED0-7841-AE31-3CC1BD6CF5B0}" srcOrd="11" destOrd="0" presId="urn:microsoft.com/office/officeart/2005/8/layout/list1"/>
    <dgm:cxn modelId="{178E03DF-EDE3-3045-BE56-73119A8E93E7}" type="presParOf" srcId="{5B63E5F2-1A0D-4B4C-9062-10BE121E5444}" destId="{DE2AB610-EF80-2C40-A9F8-B178C4E6ACB5}" srcOrd="12" destOrd="0" presId="urn:microsoft.com/office/officeart/2005/8/layout/list1"/>
    <dgm:cxn modelId="{92950CD4-9112-6248-9B55-9432717EFFA9}" type="presParOf" srcId="{DE2AB610-EF80-2C40-A9F8-B178C4E6ACB5}" destId="{BAE10531-5F5E-6741-BA11-232EF81A615E}" srcOrd="0" destOrd="0" presId="urn:microsoft.com/office/officeart/2005/8/layout/list1"/>
    <dgm:cxn modelId="{E3232A19-457B-834D-BB58-0333070EA7EC}" type="presParOf" srcId="{DE2AB610-EF80-2C40-A9F8-B178C4E6ACB5}" destId="{3A52274C-F182-514D-B843-2298CC0204BF}" srcOrd="1" destOrd="0" presId="urn:microsoft.com/office/officeart/2005/8/layout/list1"/>
    <dgm:cxn modelId="{02B4A017-1D25-AB4C-A202-A5502E9CC554}" type="presParOf" srcId="{5B63E5F2-1A0D-4B4C-9062-10BE121E5444}" destId="{49AA6416-3F72-8744-8549-6D003105ADAC}" srcOrd="13" destOrd="0" presId="urn:microsoft.com/office/officeart/2005/8/layout/list1"/>
    <dgm:cxn modelId="{5550DB5D-678F-954C-AB1D-0C28ECF2F3A5}" type="presParOf" srcId="{5B63E5F2-1A0D-4B4C-9062-10BE121E5444}" destId="{8844667C-41DA-EB49-ADF6-DE8D5A9BDF6E}"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088268E-AC1A-DE42-B79D-80A7ACBA3766}" type="doc">
      <dgm:prSet loTypeId="urn:microsoft.com/office/officeart/2008/layout/HalfCircleOrganizationChart" loCatId="icon" qsTypeId="urn:microsoft.com/office/officeart/2005/8/quickstyle/simple1" qsCatId="simple" csTypeId="urn:microsoft.com/office/officeart/2005/8/colors/colorful1" csCatId="colorful" phldr="1"/>
      <dgm:spPr/>
      <dgm:t>
        <a:bodyPr/>
        <a:lstStyle/>
        <a:p>
          <a:endParaRPr lang="en-US"/>
        </a:p>
      </dgm:t>
    </dgm:pt>
    <dgm:pt modelId="{BE7D4A65-3FB7-7045-ABEB-A03C997A1D06}">
      <dgm:prSet/>
      <dgm:spPr/>
      <dgm:t>
        <a:bodyPr/>
        <a:lstStyle/>
        <a:p>
          <a:r>
            <a:rPr lang="en-US" dirty="0"/>
            <a:t>Swing Decision Grade is:</a:t>
          </a:r>
        </a:p>
      </dgm:t>
    </dgm:pt>
    <dgm:pt modelId="{536B54EB-6C35-D949-811A-111A9EE961EA}" type="parTrans" cxnId="{ADAEA5FD-9717-E841-A722-03AA8E10EED6}">
      <dgm:prSet/>
      <dgm:spPr/>
      <dgm:t>
        <a:bodyPr/>
        <a:lstStyle/>
        <a:p>
          <a:endParaRPr lang="en-US"/>
        </a:p>
      </dgm:t>
    </dgm:pt>
    <dgm:pt modelId="{D8E0FAC5-84CD-564A-97DF-463E4709AA9E}" type="sibTrans" cxnId="{ADAEA5FD-9717-E841-A722-03AA8E10EED6}">
      <dgm:prSet/>
      <dgm:spPr/>
      <dgm:t>
        <a:bodyPr/>
        <a:lstStyle/>
        <a:p>
          <a:endParaRPr lang="en-US"/>
        </a:p>
      </dgm:t>
    </dgm:pt>
    <dgm:pt modelId="{BD84567F-4526-F641-A110-CE2F44C9853F}">
      <dgm:prSet/>
      <dgm:spPr/>
      <dgm:t>
        <a:bodyPr/>
        <a:lstStyle/>
        <a:p>
          <a:r>
            <a:rPr lang="en-US" dirty="0"/>
            <a:t>If the hitter swings</a:t>
          </a:r>
        </a:p>
      </dgm:t>
    </dgm:pt>
    <dgm:pt modelId="{6481B3AD-4352-4947-8BD6-69FC665738B5}" type="parTrans" cxnId="{707F1487-2202-6748-B79D-24520856EBE2}">
      <dgm:prSet/>
      <dgm:spPr/>
      <dgm:t>
        <a:bodyPr/>
        <a:lstStyle/>
        <a:p>
          <a:endParaRPr lang="en-US"/>
        </a:p>
      </dgm:t>
    </dgm:pt>
    <dgm:pt modelId="{E6AAE786-4E5B-DC47-A19B-D4CB6A7F0BAA}" type="sibTrans" cxnId="{707F1487-2202-6748-B79D-24520856EBE2}">
      <dgm:prSet/>
      <dgm:spPr/>
      <dgm:t>
        <a:bodyPr/>
        <a:lstStyle/>
        <a:p>
          <a:endParaRPr lang="en-US"/>
        </a:p>
      </dgm:t>
    </dgm:pt>
    <dgm:pt modelId="{AEEA9655-7EC1-694C-80D2-D5E83AE73A5B}">
      <dgm:prSet/>
      <dgm:spPr/>
      <dgm:t>
        <a:bodyPr/>
        <a:lstStyle/>
        <a:p>
          <a:r>
            <a:rPr lang="en-US" dirty="0"/>
            <a:t>If the Hitter Takes</a:t>
          </a:r>
        </a:p>
      </dgm:t>
    </dgm:pt>
    <dgm:pt modelId="{7D5EA158-6006-5446-8B02-608D53C6846E}" type="parTrans" cxnId="{D9745087-A6FE-EE46-ACA2-E5673D35DCDC}">
      <dgm:prSet/>
      <dgm:spPr/>
      <dgm:t>
        <a:bodyPr/>
        <a:lstStyle/>
        <a:p>
          <a:endParaRPr lang="en-US"/>
        </a:p>
      </dgm:t>
    </dgm:pt>
    <dgm:pt modelId="{C32ADF5C-11C4-C041-A209-BCADD20B75EA}" type="sibTrans" cxnId="{D9745087-A6FE-EE46-ACA2-E5673D35DCDC}">
      <dgm:prSet/>
      <dgm:spPr/>
      <dgm:t>
        <a:bodyPr/>
        <a:lstStyle/>
        <a:p>
          <a:endParaRPr lang="en-US"/>
        </a:p>
      </dgm:t>
    </dgm:pt>
    <dgm:pt modelId="{8605D3E2-4E16-A545-9DDF-1D9DE1B9136B}">
      <dgm:prSet/>
      <dgm:spPr/>
      <dgm:t>
        <a:bodyPr/>
        <a:lstStyle/>
        <a:p>
          <a:r>
            <a:rPr lang="en-US" dirty="0"/>
            <a:t>Swing Value – Pitch Value </a:t>
          </a:r>
        </a:p>
      </dgm:t>
    </dgm:pt>
    <dgm:pt modelId="{8A2DA3B3-71E8-7640-B228-F5FCAFD4DFA4}" type="parTrans" cxnId="{E1B68506-F9F0-6F46-BB75-BD0E59937734}">
      <dgm:prSet/>
      <dgm:spPr/>
      <dgm:t>
        <a:bodyPr/>
        <a:lstStyle/>
        <a:p>
          <a:endParaRPr lang="en-US"/>
        </a:p>
      </dgm:t>
    </dgm:pt>
    <dgm:pt modelId="{D3C51018-FA46-8B43-908B-9714D0929013}" type="sibTrans" cxnId="{E1B68506-F9F0-6F46-BB75-BD0E59937734}">
      <dgm:prSet/>
      <dgm:spPr/>
      <dgm:t>
        <a:bodyPr/>
        <a:lstStyle/>
        <a:p>
          <a:endParaRPr lang="en-US"/>
        </a:p>
      </dgm:t>
    </dgm:pt>
    <dgm:pt modelId="{3C523232-F628-FD46-B25E-24400A9A7DFE}">
      <dgm:prSet/>
      <dgm:spPr/>
      <dgm:t>
        <a:bodyPr/>
        <a:lstStyle/>
        <a:p>
          <a:r>
            <a:rPr lang="en-US" dirty="0"/>
            <a:t>Take Value – Pitch Value</a:t>
          </a:r>
        </a:p>
      </dgm:t>
    </dgm:pt>
    <dgm:pt modelId="{B640D362-DE7E-D24C-AC4A-A4A6CE3AA066}" type="parTrans" cxnId="{693AE15D-851B-7942-94B2-4D9242A7BDE8}">
      <dgm:prSet/>
      <dgm:spPr/>
      <dgm:t>
        <a:bodyPr/>
        <a:lstStyle/>
        <a:p>
          <a:endParaRPr lang="en-US"/>
        </a:p>
      </dgm:t>
    </dgm:pt>
    <dgm:pt modelId="{5299D2A9-B6FA-5745-8A05-3D0CA3CCCA5C}" type="sibTrans" cxnId="{693AE15D-851B-7942-94B2-4D9242A7BDE8}">
      <dgm:prSet/>
      <dgm:spPr/>
      <dgm:t>
        <a:bodyPr/>
        <a:lstStyle/>
        <a:p>
          <a:endParaRPr lang="en-US"/>
        </a:p>
      </dgm:t>
    </dgm:pt>
    <dgm:pt modelId="{D1115DCE-2A70-924E-9893-F0CE51E034CB}" type="pres">
      <dgm:prSet presAssocID="{C088268E-AC1A-DE42-B79D-80A7ACBA3766}" presName="Name0" presStyleCnt="0">
        <dgm:presLayoutVars>
          <dgm:orgChart val="1"/>
          <dgm:chPref val="1"/>
          <dgm:dir/>
          <dgm:animOne val="branch"/>
          <dgm:animLvl val="lvl"/>
          <dgm:resizeHandles/>
        </dgm:presLayoutVars>
      </dgm:prSet>
      <dgm:spPr/>
    </dgm:pt>
    <dgm:pt modelId="{8C25FDA7-F666-8649-B344-BD9F2DDF1DE7}" type="pres">
      <dgm:prSet presAssocID="{BE7D4A65-3FB7-7045-ABEB-A03C997A1D06}" presName="hierRoot1" presStyleCnt="0">
        <dgm:presLayoutVars>
          <dgm:hierBranch val="init"/>
        </dgm:presLayoutVars>
      </dgm:prSet>
      <dgm:spPr/>
    </dgm:pt>
    <dgm:pt modelId="{3E1BCB23-EE66-7248-BD78-09347C906BD3}" type="pres">
      <dgm:prSet presAssocID="{BE7D4A65-3FB7-7045-ABEB-A03C997A1D06}" presName="rootComposite1" presStyleCnt="0"/>
      <dgm:spPr/>
    </dgm:pt>
    <dgm:pt modelId="{77309170-F0FE-644D-B70A-2836442C66DC}" type="pres">
      <dgm:prSet presAssocID="{BE7D4A65-3FB7-7045-ABEB-A03C997A1D06}" presName="rootText1" presStyleLbl="alignAcc1" presStyleIdx="0" presStyleCnt="0" custLinFactNeighborX="54251" custLinFactNeighborY="1450">
        <dgm:presLayoutVars>
          <dgm:chPref val="3"/>
        </dgm:presLayoutVars>
      </dgm:prSet>
      <dgm:spPr/>
    </dgm:pt>
    <dgm:pt modelId="{A86B71E7-E3C4-394C-8E16-1CD98756A313}" type="pres">
      <dgm:prSet presAssocID="{BE7D4A65-3FB7-7045-ABEB-A03C997A1D06}" presName="topArc1" presStyleLbl="parChTrans1D1" presStyleIdx="0" presStyleCnt="10"/>
      <dgm:spPr/>
    </dgm:pt>
    <dgm:pt modelId="{E3E4F8E8-C7C7-9B4C-A649-0A30678F55E3}" type="pres">
      <dgm:prSet presAssocID="{BE7D4A65-3FB7-7045-ABEB-A03C997A1D06}" presName="bottomArc1" presStyleLbl="parChTrans1D1" presStyleIdx="1" presStyleCnt="10"/>
      <dgm:spPr/>
    </dgm:pt>
    <dgm:pt modelId="{4A8A0DF6-6A97-0749-AD45-4C9D8C7E083B}" type="pres">
      <dgm:prSet presAssocID="{BE7D4A65-3FB7-7045-ABEB-A03C997A1D06}" presName="topConnNode1" presStyleLbl="node1" presStyleIdx="0" presStyleCnt="0"/>
      <dgm:spPr/>
    </dgm:pt>
    <dgm:pt modelId="{77B6DE83-10D8-744D-85E5-D8ED25017D3A}" type="pres">
      <dgm:prSet presAssocID="{BE7D4A65-3FB7-7045-ABEB-A03C997A1D06}" presName="hierChild2" presStyleCnt="0"/>
      <dgm:spPr/>
    </dgm:pt>
    <dgm:pt modelId="{016F11D8-C647-A44B-8B7C-11C737C9F093}" type="pres">
      <dgm:prSet presAssocID="{6481B3AD-4352-4947-8BD6-69FC665738B5}" presName="Name28" presStyleLbl="parChTrans1D2" presStyleIdx="0" presStyleCnt="2"/>
      <dgm:spPr/>
    </dgm:pt>
    <dgm:pt modelId="{29F5D7F4-047A-8E42-8281-6EF24FECD76B}" type="pres">
      <dgm:prSet presAssocID="{BD84567F-4526-F641-A110-CE2F44C9853F}" presName="hierRoot2" presStyleCnt="0">
        <dgm:presLayoutVars>
          <dgm:hierBranch val="init"/>
        </dgm:presLayoutVars>
      </dgm:prSet>
      <dgm:spPr/>
    </dgm:pt>
    <dgm:pt modelId="{F6885FE7-FDD0-3F47-8331-CDAF81D2C15F}" type="pres">
      <dgm:prSet presAssocID="{BD84567F-4526-F641-A110-CE2F44C9853F}" presName="rootComposite2" presStyleCnt="0"/>
      <dgm:spPr/>
    </dgm:pt>
    <dgm:pt modelId="{E6276E38-E8FC-1B45-9AE8-A27D7CFE47D2}" type="pres">
      <dgm:prSet presAssocID="{BD84567F-4526-F641-A110-CE2F44C9853F}" presName="rootText2" presStyleLbl="alignAcc1" presStyleIdx="0" presStyleCnt="0" custLinFactNeighborX="58916" custLinFactNeighborY="-449">
        <dgm:presLayoutVars>
          <dgm:chPref val="3"/>
        </dgm:presLayoutVars>
      </dgm:prSet>
      <dgm:spPr/>
    </dgm:pt>
    <dgm:pt modelId="{FDC55191-8C40-B346-8A69-5C45D13CE905}" type="pres">
      <dgm:prSet presAssocID="{BD84567F-4526-F641-A110-CE2F44C9853F}" presName="topArc2" presStyleLbl="parChTrans1D1" presStyleIdx="2" presStyleCnt="10"/>
      <dgm:spPr/>
    </dgm:pt>
    <dgm:pt modelId="{70E39B76-9FA7-FB47-816E-AE460CF3AE93}" type="pres">
      <dgm:prSet presAssocID="{BD84567F-4526-F641-A110-CE2F44C9853F}" presName="bottomArc2" presStyleLbl="parChTrans1D1" presStyleIdx="3" presStyleCnt="10"/>
      <dgm:spPr/>
    </dgm:pt>
    <dgm:pt modelId="{6B9FB9A6-4EA2-8343-9273-812C8AD6F3AF}" type="pres">
      <dgm:prSet presAssocID="{BD84567F-4526-F641-A110-CE2F44C9853F}" presName="topConnNode2" presStyleLbl="node2" presStyleIdx="0" presStyleCnt="0"/>
      <dgm:spPr/>
    </dgm:pt>
    <dgm:pt modelId="{4C25AF9D-6488-8F46-8A18-315CC738FB9A}" type="pres">
      <dgm:prSet presAssocID="{BD84567F-4526-F641-A110-CE2F44C9853F}" presName="hierChild4" presStyleCnt="0"/>
      <dgm:spPr/>
    </dgm:pt>
    <dgm:pt modelId="{0147DC6F-88CD-D14B-A04C-3B43858B0EB1}" type="pres">
      <dgm:prSet presAssocID="{8A2DA3B3-71E8-7640-B228-F5FCAFD4DFA4}" presName="Name28" presStyleLbl="parChTrans1D3" presStyleIdx="0" presStyleCnt="2"/>
      <dgm:spPr/>
    </dgm:pt>
    <dgm:pt modelId="{91E3C71C-2FF2-144D-A020-1E5B0A5167EE}" type="pres">
      <dgm:prSet presAssocID="{8605D3E2-4E16-A545-9DDF-1D9DE1B9136B}" presName="hierRoot2" presStyleCnt="0">
        <dgm:presLayoutVars>
          <dgm:hierBranch val="init"/>
        </dgm:presLayoutVars>
      </dgm:prSet>
      <dgm:spPr/>
    </dgm:pt>
    <dgm:pt modelId="{E0D6476E-D018-3344-BAB0-4AB1D2515402}" type="pres">
      <dgm:prSet presAssocID="{8605D3E2-4E16-A545-9DDF-1D9DE1B9136B}" presName="rootComposite2" presStyleCnt="0"/>
      <dgm:spPr/>
    </dgm:pt>
    <dgm:pt modelId="{85D498BB-60DB-1746-BA62-9414EDC92F40}" type="pres">
      <dgm:prSet presAssocID="{8605D3E2-4E16-A545-9DDF-1D9DE1B9136B}" presName="rootText2" presStyleLbl="alignAcc1" presStyleIdx="0" presStyleCnt="0" custScaleX="152756" custLinFactNeighborX="-89239" custLinFactNeighborY="-10148">
        <dgm:presLayoutVars>
          <dgm:chPref val="3"/>
        </dgm:presLayoutVars>
      </dgm:prSet>
      <dgm:spPr/>
    </dgm:pt>
    <dgm:pt modelId="{4F7981B9-804C-7E43-9E4A-BA4DA95488CC}" type="pres">
      <dgm:prSet presAssocID="{8605D3E2-4E16-A545-9DDF-1D9DE1B9136B}" presName="topArc2" presStyleLbl="parChTrans1D1" presStyleIdx="4" presStyleCnt="10"/>
      <dgm:spPr/>
    </dgm:pt>
    <dgm:pt modelId="{0CD2C8A9-8F7C-C74E-A4EE-DB58E02AABC0}" type="pres">
      <dgm:prSet presAssocID="{8605D3E2-4E16-A545-9DDF-1D9DE1B9136B}" presName="bottomArc2" presStyleLbl="parChTrans1D1" presStyleIdx="5" presStyleCnt="10"/>
      <dgm:spPr/>
    </dgm:pt>
    <dgm:pt modelId="{63F1A2D6-1F08-AA49-9851-75B835DAE9D0}" type="pres">
      <dgm:prSet presAssocID="{8605D3E2-4E16-A545-9DDF-1D9DE1B9136B}" presName="topConnNode2" presStyleLbl="node3" presStyleIdx="0" presStyleCnt="0"/>
      <dgm:spPr/>
    </dgm:pt>
    <dgm:pt modelId="{D166B6FC-99F8-444A-AAB2-1C407A8F41B7}" type="pres">
      <dgm:prSet presAssocID="{8605D3E2-4E16-A545-9DDF-1D9DE1B9136B}" presName="hierChild4" presStyleCnt="0"/>
      <dgm:spPr/>
    </dgm:pt>
    <dgm:pt modelId="{7D90DC51-36C5-C347-8EF0-52544FEAEF5F}" type="pres">
      <dgm:prSet presAssocID="{8605D3E2-4E16-A545-9DDF-1D9DE1B9136B}" presName="hierChild5" presStyleCnt="0"/>
      <dgm:spPr/>
    </dgm:pt>
    <dgm:pt modelId="{4230779C-2DBD-124B-9B11-FA8C9C667048}" type="pres">
      <dgm:prSet presAssocID="{BD84567F-4526-F641-A110-CE2F44C9853F}" presName="hierChild5" presStyleCnt="0"/>
      <dgm:spPr/>
    </dgm:pt>
    <dgm:pt modelId="{46AD4EF5-C04B-CC48-9F8A-E4959A0F92E3}" type="pres">
      <dgm:prSet presAssocID="{7D5EA158-6006-5446-8B02-608D53C6846E}" presName="Name28" presStyleLbl="parChTrans1D2" presStyleIdx="1" presStyleCnt="2"/>
      <dgm:spPr/>
    </dgm:pt>
    <dgm:pt modelId="{DA841913-1B6E-7846-928B-31FE301F5858}" type="pres">
      <dgm:prSet presAssocID="{AEEA9655-7EC1-694C-80D2-D5E83AE73A5B}" presName="hierRoot2" presStyleCnt="0">
        <dgm:presLayoutVars>
          <dgm:hierBranch val="init"/>
        </dgm:presLayoutVars>
      </dgm:prSet>
      <dgm:spPr/>
    </dgm:pt>
    <dgm:pt modelId="{A5D80A73-60E6-5248-BE5E-8E2DBD34FABE}" type="pres">
      <dgm:prSet presAssocID="{AEEA9655-7EC1-694C-80D2-D5E83AE73A5B}" presName="rootComposite2" presStyleCnt="0"/>
      <dgm:spPr/>
    </dgm:pt>
    <dgm:pt modelId="{88106AA2-031B-5445-B560-F167AF04F42E}" type="pres">
      <dgm:prSet presAssocID="{AEEA9655-7EC1-694C-80D2-D5E83AE73A5B}" presName="rootText2" presStyleLbl="alignAcc1" presStyleIdx="0" presStyleCnt="0" custLinFactNeighborX="37576" custLinFactNeighborY="-812">
        <dgm:presLayoutVars>
          <dgm:chPref val="3"/>
        </dgm:presLayoutVars>
      </dgm:prSet>
      <dgm:spPr/>
    </dgm:pt>
    <dgm:pt modelId="{F1343715-F18D-774E-90AF-B534FA86DC8C}" type="pres">
      <dgm:prSet presAssocID="{AEEA9655-7EC1-694C-80D2-D5E83AE73A5B}" presName="topArc2" presStyleLbl="parChTrans1D1" presStyleIdx="6" presStyleCnt="10"/>
      <dgm:spPr/>
    </dgm:pt>
    <dgm:pt modelId="{EAE7CF2D-C34F-C745-ACF4-3F576A5C93A2}" type="pres">
      <dgm:prSet presAssocID="{AEEA9655-7EC1-694C-80D2-D5E83AE73A5B}" presName="bottomArc2" presStyleLbl="parChTrans1D1" presStyleIdx="7" presStyleCnt="10"/>
      <dgm:spPr/>
    </dgm:pt>
    <dgm:pt modelId="{A276CA61-E299-6846-A9FC-EB7817E3E1A7}" type="pres">
      <dgm:prSet presAssocID="{AEEA9655-7EC1-694C-80D2-D5E83AE73A5B}" presName="topConnNode2" presStyleLbl="node2" presStyleIdx="0" presStyleCnt="0"/>
      <dgm:spPr/>
    </dgm:pt>
    <dgm:pt modelId="{4D80791F-D3F1-D943-A780-027BC441348B}" type="pres">
      <dgm:prSet presAssocID="{AEEA9655-7EC1-694C-80D2-D5E83AE73A5B}" presName="hierChild4" presStyleCnt="0"/>
      <dgm:spPr/>
    </dgm:pt>
    <dgm:pt modelId="{EFFA13E0-CB38-8145-8F17-3CAD8A2E554C}" type="pres">
      <dgm:prSet presAssocID="{B640D362-DE7E-D24C-AC4A-A4A6CE3AA066}" presName="Name28" presStyleLbl="parChTrans1D3" presStyleIdx="1" presStyleCnt="2"/>
      <dgm:spPr/>
    </dgm:pt>
    <dgm:pt modelId="{AF6FC626-1118-F349-9918-EBE22CA3D855}" type="pres">
      <dgm:prSet presAssocID="{3C523232-F628-FD46-B25E-24400A9A7DFE}" presName="hierRoot2" presStyleCnt="0">
        <dgm:presLayoutVars>
          <dgm:hierBranch val="init"/>
        </dgm:presLayoutVars>
      </dgm:prSet>
      <dgm:spPr/>
    </dgm:pt>
    <dgm:pt modelId="{C13A6DD5-6B19-2949-ABDA-F0F0C2B92E84}" type="pres">
      <dgm:prSet presAssocID="{3C523232-F628-FD46-B25E-24400A9A7DFE}" presName="rootComposite2" presStyleCnt="0"/>
      <dgm:spPr/>
    </dgm:pt>
    <dgm:pt modelId="{FB9D8505-FABD-554D-BC56-5EB2181C3571}" type="pres">
      <dgm:prSet presAssocID="{3C523232-F628-FD46-B25E-24400A9A7DFE}" presName="rootText2" presStyleLbl="alignAcc1" presStyleIdx="0" presStyleCnt="0" custScaleX="143501">
        <dgm:presLayoutVars>
          <dgm:chPref val="3"/>
        </dgm:presLayoutVars>
      </dgm:prSet>
      <dgm:spPr/>
    </dgm:pt>
    <dgm:pt modelId="{3946E9EF-BF63-EA4F-942F-0458C6EF3BA5}" type="pres">
      <dgm:prSet presAssocID="{3C523232-F628-FD46-B25E-24400A9A7DFE}" presName="topArc2" presStyleLbl="parChTrans1D1" presStyleIdx="8" presStyleCnt="10"/>
      <dgm:spPr/>
    </dgm:pt>
    <dgm:pt modelId="{65FB5D59-CC9E-C24F-96E5-7BAD50005887}" type="pres">
      <dgm:prSet presAssocID="{3C523232-F628-FD46-B25E-24400A9A7DFE}" presName="bottomArc2" presStyleLbl="parChTrans1D1" presStyleIdx="9" presStyleCnt="10"/>
      <dgm:spPr/>
    </dgm:pt>
    <dgm:pt modelId="{85FA8272-D9DF-DE44-8143-E8808E1226C2}" type="pres">
      <dgm:prSet presAssocID="{3C523232-F628-FD46-B25E-24400A9A7DFE}" presName="topConnNode2" presStyleLbl="node3" presStyleIdx="0" presStyleCnt="0"/>
      <dgm:spPr/>
    </dgm:pt>
    <dgm:pt modelId="{B6A0121F-A84F-1E43-A482-310E60C8CA56}" type="pres">
      <dgm:prSet presAssocID="{3C523232-F628-FD46-B25E-24400A9A7DFE}" presName="hierChild4" presStyleCnt="0"/>
      <dgm:spPr/>
    </dgm:pt>
    <dgm:pt modelId="{88824993-04DC-1841-97DA-0F9A47737D98}" type="pres">
      <dgm:prSet presAssocID="{3C523232-F628-FD46-B25E-24400A9A7DFE}" presName="hierChild5" presStyleCnt="0"/>
      <dgm:spPr/>
    </dgm:pt>
    <dgm:pt modelId="{6ECCFC65-61A4-8447-8E62-DB93D43B93A2}" type="pres">
      <dgm:prSet presAssocID="{AEEA9655-7EC1-694C-80D2-D5E83AE73A5B}" presName="hierChild5" presStyleCnt="0"/>
      <dgm:spPr/>
    </dgm:pt>
    <dgm:pt modelId="{8779EDF1-E3C2-F94B-BB37-6187AA51C17D}" type="pres">
      <dgm:prSet presAssocID="{BE7D4A65-3FB7-7045-ABEB-A03C997A1D06}" presName="hierChild3" presStyleCnt="0"/>
      <dgm:spPr/>
    </dgm:pt>
  </dgm:ptLst>
  <dgm:cxnLst>
    <dgm:cxn modelId="{E1B68506-F9F0-6F46-BB75-BD0E59937734}" srcId="{BD84567F-4526-F641-A110-CE2F44C9853F}" destId="{8605D3E2-4E16-A545-9DDF-1D9DE1B9136B}" srcOrd="0" destOrd="0" parTransId="{8A2DA3B3-71E8-7640-B228-F5FCAFD4DFA4}" sibTransId="{D3C51018-FA46-8B43-908B-9714D0929013}"/>
    <dgm:cxn modelId="{7E4CD30F-D0A9-3F4B-B5E8-E23692CF832D}" type="presOf" srcId="{8605D3E2-4E16-A545-9DDF-1D9DE1B9136B}" destId="{63F1A2D6-1F08-AA49-9851-75B835DAE9D0}" srcOrd="1" destOrd="0" presId="urn:microsoft.com/office/officeart/2008/layout/HalfCircleOrganizationChart"/>
    <dgm:cxn modelId="{CB178623-E220-7344-822B-8CF263E0EE7E}" type="presOf" srcId="{8A2DA3B3-71E8-7640-B228-F5FCAFD4DFA4}" destId="{0147DC6F-88CD-D14B-A04C-3B43858B0EB1}" srcOrd="0" destOrd="0" presId="urn:microsoft.com/office/officeart/2008/layout/HalfCircleOrganizationChart"/>
    <dgm:cxn modelId="{15C5152C-58F4-8344-BD32-C9329A03DD72}" type="presOf" srcId="{3C523232-F628-FD46-B25E-24400A9A7DFE}" destId="{85FA8272-D9DF-DE44-8143-E8808E1226C2}" srcOrd="1" destOrd="0" presId="urn:microsoft.com/office/officeart/2008/layout/HalfCircleOrganizationChart"/>
    <dgm:cxn modelId="{E2C3DB3B-2EDD-8149-9F56-D67908A8CA44}" type="presOf" srcId="{AEEA9655-7EC1-694C-80D2-D5E83AE73A5B}" destId="{A276CA61-E299-6846-A9FC-EB7817E3E1A7}" srcOrd="1" destOrd="0" presId="urn:microsoft.com/office/officeart/2008/layout/HalfCircleOrganizationChart"/>
    <dgm:cxn modelId="{1C64E44A-AA0F-194C-9097-011F1D435CA1}" type="presOf" srcId="{6481B3AD-4352-4947-8BD6-69FC665738B5}" destId="{016F11D8-C647-A44B-8B7C-11C737C9F093}" srcOrd="0" destOrd="0" presId="urn:microsoft.com/office/officeart/2008/layout/HalfCircleOrganizationChart"/>
    <dgm:cxn modelId="{2C616E52-D5E4-AF4B-8A56-5EAD1C55692E}" type="presOf" srcId="{BE7D4A65-3FB7-7045-ABEB-A03C997A1D06}" destId="{4A8A0DF6-6A97-0749-AD45-4C9D8C7E083B}" srcOrd="1" destOrd="0" presId="urn:microsoft.com/office/officeart/2008/layout/HalfCircleOrganizationChart"/>
    <dgm:cxn modelId="{87CF5F58-1916-2943-9511-AF43AF703FD2}" type="presOf" srcId="{7D5EA158-6006-5446-8B02-608D53C6846E}" destId="{46AD4EF5-C04B-CC48-9F8A-E4959A0F92E3}" srcOrd="0" destOrd="0" presId="urn:microsoft.com/office/officeart/2008/layout/HalfCircleOrganizationChart"/>
    <dgm:cxn modelId="{693AE15D-851B-7942-94B2-4D9242A7BDE8}" srcId="{AEEA9655-7EC1-694C-80D2-D5E83AE73A5B}" destId="{3C523232-F628-FD46-B25E-24400A9A7DFE}" srcOrd="0" destOrd="0" parTransId="{B640D362-DE7E-D24C-AC4A-A4A6CE3AA066}" sibTransId="{5299D2A9-B6FA-5745-8A05-3D0CA3CCCA5C}"/>
    <dgm:cxn modelId="{A082695E-24EB-B046-877E-C786DA1ADC53}" type="presOf" srcId="{B640D362-DE7E-D24C-AC4A-A4A6CE3AA066}" destId="{EFFA13E0-CB38-8145-8F17-3CAD8A2E554C}" srcOrd="0" destOrd="0" presId="urn:microsoft.com/office/officeart/2008/layout/HalfCircleOrganizationChart"/>
    <dgm:cxn modelId="{147F296E-826D-D949-A923-E18F1EA0CAD8}" type="presOf" srcId="{C088268E-AC1A-DE42-B79D-80A7ACBA3766}" destId="{D1115DCE-2A70-924E-9893-F0CE51E034CB}" srcOrd="0" destOrd="0" presId="urn:microsoft.com/office/officeart/2008/layout/HalfCircleOrganizationChart"/>
    <dgm:cxn modelId="{707F1487-2202-6748-B79D-24520856EBE2}" srcId="{BE7D4A65-3FB7-7045-ABEB-A03C997A1D06}" destId="{BD84567F-4526-F641-A110-CE2F44C9853F}" srcOrd="0" destOrd="0" parTransId="{6481B3AD-4352-4947-8BD6-69FC665738B5}" sibTransId="{E6AAE786-4E5B-DC47-A19B-D4CB6A7F0BAA}"/>
    <dgm:cxn modelId="{D9745087-A6FE-EE46-ACA2-E5673D35DCDC}" srcId="{BE7D4A65-3FB7-7045-ABEB-A03C997A1D06}" destId="{AEEA9655-7EC1-694C-80D2-D5E83AE73A5B}" srcOrd="1" destOrd="0" parTransId="{7D5EA158-6006-5446-8B02-608D53C6846E}" sibTransId="{C32ADF5C-11C4-C041-A209-BCADD20B75EA}"/>
    <dgm:cxn modelId="{2505478C-901B-F84F-9224-E9147F1688E6}" type="presOf" srcId="{BE7D4A65-3FB7-7045-ABEB-A03C997A1D06}" destId="{77309170-F0FE-644D-B70A-2836442C66DC}" srcOrd="0" destOrd="0" presId="urn:microsoft.com/office/officeart/2008/layout/HalfCircleOrganizationChart"/>
    <dgm:cxn modelId="{54B76C8E-B625-9B40-A818-EB31FDD29DBA}" type="presOf" srcId="{3C523232-F628-FD46-B25E-24400A9A7DFE}" destId="{FB9D8505-FABD-554D-BC56-5EB2181C3571}" srcOrd="0" destOrd="0" presId="urn:microsoft.com/office/officeart/2008/layout/HalfCircleOrganizationChart"/>
    <dgm:cxn modelId="{90F167DD-ED0D-0B43-93AD-AB510254FB4C}" type="presOf" srcId="{AEEA9655-7EC1-694C-80D2-D5E83AE73A5B}" destId="{88106AA2-031B-5445-B560-F167AF04F42E}" srcOrd="0" destOrd="0" presId="urn:microsoft.com/office/officeart/2008/layout/HalfCircleOrganizationChart"/>
    <dgm:cxn modelId="{AD4DE0E0-F7BA-6C47-AAA4-1DF5EA75C3CD}" type="presOf" srcId="{8605D3E2-4E16-A545-9DDF-1D9DE1B9136B}" destId="{85D498BB-60DB-1746-BA62-9414EDC92F40}" srcOrd="0" destOrd="0" presId="urn:microsoft.com/office/officeart/2008/layout/HalfCircleOrganizationChart"/>
    <dgm:cxn modelId="{B7961FE9-2E22-B64E-8FB6-781419130E89}" type="presOf" srcId="{BD84567F-4526-F641-A110-CE2F44C9853F}" destId="{6B9FB9A6-4EA2-8343-9273-812C8AD6F3AF}" srcOrd="1" destOrd="0" presId="urn:microsoft.com/office/officeart/2008/layout/HalfCircleOrganizationChart"/>
    <dgm:cxn modelId="{8CA989F3-01B2-8C4A-A63E-0E33A85FB528}" type="presOf" srcId="{BD84567F-4526-F641-A110-CE2F44C9853F}" destId="{E6276E38-E8FC-1B45-9AE8-A27D7CFE47D2}" srcOrd="0" destOrd="0" presId="urn:microsoft.com/office/officeart/2008/layout/HalfCircleOrganizationChart"/>
    <dgm:cxn modelId="{ADAEA5FD-9717-E841-A722-03AA8E10EED6}" srcId="{C088268E-AC1A-DE42-B79D-80A7ACBA3766}" destId="{BE7D4A65-3FB7-7045-ABEB-A03C997A1D06}" srcOrd="0" destOrd="0" parTransId="{536B54EB-6C35-D949-811A-111A9EE961EA}" sibTransId="{D8E0FAC5-84CD-564A-97DF-463E4709AA9E}"/>
    <dgm:cxn modelId="{D7E32D2E-4BF2-D140-97D1-2CF1AE3C4192}" type="presParOf" srcId="{D1115DCE-2A70-924E-9893-F0CE51E034CB}" destId="{8C25FDA7-F666-8649-B344-BD9F2DDF1DE7}" srcOrd="0" destOrd="0" presId="urn:microsoft.com/office/officeart/2008/layout/HalfCircleOrganizationChart"/>
    <dgm:cxn modelId="{E91703D7-1519-744A-BB3F-4B993EEDA065}" type="presParOf" srcId="{8C25FDA7-F666-8649-B344-BD9F2DDF1DE7}" destId="{3E1BCB23-EE66-7248-BD78-09347C906BD3}" srcOrd="0" destOrd="0" presId="urn:microsoft.com/office/officeart/2008/layout/HalfCircleOrganizationChart"/>
    <dgm:cxn modelId="{2414C1C9-CB7E-184C-98B4-E2DB622721B9}" type="presParOf" srcId="{3E1BCB23-EE66-7248-BD78-09347C906BD3}" destId="{77309170-F0FE-644D-B70A-2836442C66DC}" srcOrd="0" destOrd="0" presId="urn:microsoft.com/office/officeart/2008/layout/HalfCircleOrganizationChart"/>
    <dgm:cxn modelId="{9390D951-F609-0245-907D-F43FD20C033F}" type="presParOf" srcId="{3E1BCB23-EE66-7248-BD78-09347C906BD3}" destId="{A86B71E7-E3C4-394C-8E16-1CD98756A313}" srcOrd="1" destOrd="0" presId="urn:microsoft.com/office/officeart/2008/layout/HalfCircleOrganizationChart"/>
    <dgm:cxn modelId="{ABC9B0B3-9233-BE41-806B-C983A4445DBF}" type="presParOf" srcId="{3E1BCB23-EE66-7248-BD78-09347C906BD3}" destId="{E3E4F8E8-C7C7-9B4C-A649-0A30678F55E3}" srcOrd="2" destOrd="0" presId="urn:microsoft.com/office/officeart/2008/layout/HalfCircleOrganizationChart"/>
    <dgm:cxn modelId="{7F473503-FC0F-0649-BFAC-9809D2ABD57C}" type="presParOf" srcId="{3E1BCB23-EE66-7248-BD78-09347C906BD3}" destId="{4A8A0DF6-6A97-0749-AD45-4C9D8C7E083B}" srcOrd="3" destOrd="0" presId="urn:microsoft.com/office/officeart/2008/layout/HalfCircleOrganizationChart"/>
    <dgm:cxn modelId="{C279050B-77FC-BC4F-AEEB-EC106FE01E74}" type="presParOf" srcId="{8C25FDA7-F666-8649-B344-BD9F2DDF1DE7}" destId="{77B6DE83-10D8-744D-85E5-D8ED25017D3A}" srcOrd="1" destOrd="0" presId="urn:microsoft.com/office/officeart/2008/layout/HalfCircleOrganizationChart"/>
    <dgm:cxn modelId="{739C4614-84A6-1944-9FC9-B5A9D442D489}" type="presParOf" srcId="{77B6DE83-10D8-744D-85E5-D8ED25017D3A}" destId="{016F11D8-C647-A44B-8B7C-11C737C9F093}" srcOrd="0" destOrd="0" presId="urn:microsoft.com/office/officeart/2008/layout/HalfCircleOrganizationChart"/>
    <dgm:cxn modelId="{B3C58740-28DF-B54B-A841-D5E1AE61A8A0}" type="presParOf" srcId="{77B6DE83-10D8-744D-85E5-D8ED25017D3A}" destId="{29F5D7F4-047A-8E42-8281-6EF24FECD76B}" srcOrd="1" destOrd="0" presId="urn:microsoft.com/office/officeart/2008/layout/HalfCircleOrganizationChart"/>
    <dgm:cxn modelId="{BB8AD7C2-8B51-7643-84DF-B58C294C8CC5}" type="presParOf" srcId="{29F5D7F4-047A-8E42-8281-6EF24FECD76B}" destId="{F6885FE7-FDD0-3F47-8331-CDAF81D2C15F}" srcOrd="0" destOrd="0" presId="urn:microsoft.com/office/officeart/2008/layout/HalfCircleOrganizationChart"/>
    <dgm:cxn modelId="{8393B715-2568-5547-80CC-4BB47BC00C0A}" type="presParOf" srcId="{F6885FE7-FDD0-3F47-8331-CDAF81D2C15F}" destId="{E6276E38-E8FC-1B45-9AE8-A27D7CFE47D2}" srcOrd="0" destOrd="0" presId="urn:microsoft.com/office/officeart/2008/layout/HalfCircleOrganizationChart"/>
    <dgm:cxn modelId="{84DEEBB5-8F05-5341-B5CB-4EF4D3E8CFED}" type="presParOf" srcId="{F6885FE7-FDD0-3F47-8331-CDAF81D2C15F}" destId="{FDC55191-8C40-B346-8A69-5C45D13CE905}" srcOrd="1" destOrd="0" presId="urn:microsoft.com/office/officeart/2008/layout/HalfCircleOrganizationChart"/>
    <dgm:cxn modelId="{F86C00C8-798B-8646-B965-3ABE3B4B9E91}" type="presParOf" srcId="{F6885FE7-FDD0-3F47-8331-CDAF81D2C15F}" destId="{70E39B76-9FA7-FB47-816E-AE460CF3AE93}" srcOrd="2" destOrd="0" presId="urn:microsoft.com/office/officeart/2008/layout/HalfCircleOrganizationChart"/>
    <dgm:cxn modelId="{5CDB93DB-C83D-C144-B5A9-0E3381016474}" type="presParOf" srcId="{F6885FE7-FDD0-3F47-8331-CDAF81D2C15F}" destId="{6B9FB9A6-4EA2-8343-9273-812C8AD6F3AF}" srcOrd="3" destOrd="0" presId="urn:microsoft.com/office/officeart/2008/layout/HalfCircleOrganizationChart"/>
    <dgm:cxn modelId="{65C6D44F-08DA-4E48-A29E-6056C42B0F70}" type="presParOf" srcId="{29F5D7F4-047A-8E42-8281-6EF24FECD76B}" destId="{4C25AF9D-6488-8F46-8A18-315CC738FB9A}" srcOrd="1" destOrd="0" presId="urn:microsoft.com/office/officeart/2008/layout/HalfCircleOrganizationChart"/>
    <dgm:cxn modelId="{DF415C21-60AD-FE44-B8C5-C7EC18A6283A}" type="presParOf" srcId="{4C25AF9D-6488-8F46-8A18-315CC738FB9A}" destId="{0147DC6F-88CD-D14B-A04C-3B43858B0EB1}" srcOrd="0" destOrd="0" presId="urn:microsoft.com/office/officeart/2008/layout/HalfCircleOrganizationChart"/>
    <dgm:cxn modelId="{3EC5DAEA-3937-6145-A4A7-1618C92BC92D}" type="presParOf" srcId="{4C25AF9D-6488-8F46-8A18-315CC738FB9A}" destId="{91E3C71C-2FF2-144D-A020-1E5B0A5167EE}" srcOrd="1" destOrd="0" presId="urn:microsoft.com/office/officeart/2008/layout/HalfCircleOrganizationChart"/>
    <dgm:cxn modelId="{E755D374-282C-A444-822F-3751523E32AA}" type="presParOf" srcId="{91E3C71C-2FF2-144D-A020-1E5B0A5167EE}" destId="{E0D6476E-D018-3344-BAB0-4AB1D2515402}" srcOrd="0" destOrd="0" presId="urn:microsoft.com/office/officeart/2008/layout/HalfCircleOrganizationChart"/>
    <dgm:cxn modelId="{50B23383-EFAD-D247-AA48-A530A17CC4CA}" type="presParOf" srcId="{E0D6476E-D018-3344-BAB0-4AB1D2515402}" destId="{85D498BB-60DB-1746-BA62-9414EDC92F40}" srcOrd="0" destOrd="0" presId="urn:microsoft.com/office/officeart/2008/layout/HalfCircleOrganizationChart"/>
    <dgm:cxn modelId="{F93EBE62-5184-3C44-B7F5-9DD20D7EFA8B}" type="presParOf" srcId="{E0D6476E-D018-3344-BAB0-4AB1D2515402}" destId="{4F7981B9-804C-7E43-9E4A-BA4DA95488CC}" srcOrd="1" destOrd="0" presId="urn:microsoft.com/office/officeart/2008/layout/HalfCircleOrganizationChart"/>
    <dgm:cxn modelId="{7EAF2707-FA6E-B94A-9636-FE004BA792FD}" type="presParOf" srcId="{E0D6476E-D018-3344-BAB0-4AB1D2515402}" destId="{0CD2C8A9-8F7C-C74E-A4EE-DB58E02AABC0}" srcOrd="2" destOrd="0" presId="urn:microsoft.com/office/officeart/2008/layout/HalfCircleOrganizationChart"/>
    <dgm:cxn modelId="{6DF27AF1-D33F-3C43-9C94-55943F17FB5B}" type="presParOf" srcId="{E0D6476E-D018-3344-BAB0-4AB1D2515402}" destId="{63F1A2D6-1F08-AA49-9851-75B835DAE9D0}" srcOrd="3" destOrd="0" presId="urn:microsoft.com/office/officeart/2008/layout/HalfCircleOrganizationChart"/>
    <dgm:cxn modelId="{8250E0ED-61B1-4A4E-B689-08A1A0970B89}" type="presParOf" srcId="{91E3C71C-2FF2-144D-A020-1E5B0A5167EE}" destId="{D166B6FC-99F8-444A-AAB2-1C407A8F41B7}" srcOrd="1" destOrd="0" presId="urn:microsoft.com/office/officeart/2008/layout/HalfCircleOrganizationChart"/>
    <dgm:cxn modelId="{5A145FFD-506F-CF41-8090-A276FB42350F}" type="presParOf" srcId="{91E3C71C-2FF2-144D-A020-1E5B0A5167EE}" destId="{7D90DC51-36C5-C347-8EF0-52544FEAEF5F}" srcOrd="2" destOrd="0" presId="urn:microsoft.com/office/officeart/2008/layout/HalfCircleOrganizationChart"/>
    <dgm:cxn modelId="{08433121-F4B9-364B-A629-19C1537ABB03}" type="presParOf" srcId="{29F5D7F4-047A-8E42-8281-6EF24FECD76B}" destId="{4230779C-2DBD-124B-9B11-FA8C9C667048}" srcOrd="2" destOrd="0" presId="urn:microsoft.com/office/officeart/2008/layout/HalfCircleOrganizationChart"/>
    <dgm:cxn modelId="{8EA01C39-3EB2-FC48-8E66-F616D8F5FB5A}" type="presParOf" srcId="{77B6DE83-10D8-744D-85E5-D8ED25017D3A}" destId="{46AD4EF5-C04B-CC48-9F8A-E4959A0F92E3}" srcOrd="2" destOrd="0" presId="urn:microsoft.com/office/officeart/2008/layout/HalfCircleOrganizationChart"/>
    <dgm:cxn modelId="{F3954AC3-475B-5F4A-AD6A-89DAA0F46554}" type="presParOf" srcId="{77B6DE83-10D8-744D-85E5-D8ED25017D3A}" destId="{DA841913-1B6E-7846-928B-31FE301F5858}" srcOrd="3" destOrd="0" presId="urn:microsoft.com/office/officeart/2008/layout/HalfCircleOrganizationChart"/>
    <dgm:cxn modelId="{DB26FCAB-DE07-6646-9CE6-8C0C762BB796}" type="presParOf" srcId="{DA841913-1B6E-7846-928B-31FE301F5858}" destId="{A5D80A73-60E6-5248-BE5E-8E2DBD34FABE}" srcOrd="0" destOrd="0" presId="urn:microsoft.com/office/officeart/2008/layout/HalfCircleOrganizationChart"/>
    <dgm:cxn modelId="{40901A90-5676-9040-BD9D-CCBE73A76E89}" type="presParOf" srcId="{A5D80A73-60E6-5248-BE5E-8E2DBD34FABE}" destId="{88106AA2-031B-5445-B560-F167AF04F42E}" srcOrd="0" destOrd="0" presId="urn:microsoft.com/office/officeart/2008/layout/HalfCircleOrganizationChart"/>
    <dgm:cxn modelId="{A48EBC79-119E-7C41-A303-ACF00225D516}" type="presParOf" srcId="{A5D80A73-60E6-5248-BE5E-8E2DBD34FABE}" destId="{F1343715-F18D-774E-90AF-B534FA86DC8C}" srcOrd="1" destOrd="0" presId="urn:microsoft.com/office/officeart/2008/layout/HalfCircleOrganizationChart"/>
    <dgm:cxn modelId="{44C798E8-27BC-C94D-B833-1FD9AD135C89}" type="presParOf" srcId="{A5D80A73-60E6-5248-BE5E-8E2DBD34FABE}" destId="{EAE7CF2D-C34F-C745-ACF4-3F576A5C93A2}" srcOrd="2" destOrd="0" presId="urn:microsoft.com/office/officeart/2008/layout/HalfCircleOrganizationChart"/>
    <dgm:cxn modelId="{A686892D-6F44-1B4B-A9C1-E76269A6836B}" type="presParOf" srcId="{A5D80A73-60E6-5248-BE5E-8E2DBD34FABE}" destId="{A276CA61-E299-6846-A9FC-EB7817E3E1A7}" srcOrd="3" destOrd="0" presId="urn:microsoft.com/office/officeart/2008/layout/HalfCircleOrganizationChart"/>
    <dgm:cxn modelId="{12C8C499-AC61-0A48-9EE8-A8EC5EF9DCA9}" type="presParOf" srcId="{DA841913-1B6E-7846-928B-31FE301F5858}" destId="{4D80791F-D3F1-D943-A780-027BC441348B}" srcOrd="1" destOrd="0" presId="urn:microsoft.com/office/officeart/2008/layout/HalfCircleOrganizationChart"/>
    <dgm:cxn modelId="{3EFB45BA-86C3-834E-B73B-89C8ED5051F8}" type="presParOf" srcId="{4D80791F-D3F1-D943-A780-027BC441348B}" destId="{EFFA13E0-CB38-8145-8F17-3CAD8A2E554C}" srcOrd="0" destOrd="0" presId="urn:microsoft.com/office/officeart/2008/layout/HalfCircleOrganizationChart"/>
    <dgm:cxn modelId="{250941DF-1803-1342-BE1E-54F2CF4A40C5}" type="presParOf" srcId="{4D80791F-D3F1-D943-A780-027BC441348B}" destId="{AF6FC626-1118-F349-9918-EBE22CA3D855}" srcOrd="1" destOrd="0" presId="urn:microsoft.com/office/officeart/2008/layout/HalfCircleOrganizationChart"/>
    <dgm:cxn modelId="{5648A4AC-5734-7B40-A648-DCAD2EC9F1B6}" type="presParOf" srcId="{AF6FC626-1118-F349-9918-EBE22CA3D855}" destId="{C13A6DD5-6B19-2949-ABDA-F0F0C2B92E84}" srcOrd="0" destOrd="0" presId="urn:microsoft.com/office/officeart/2008/layout/HalfCircleOrganizationChart"/>
    <dgm:cxn modelId="{3663B6E8-7022-B943-9FFF-B690AE8B29FF}" type="presParOf" srcId="{C13A6DD5-6B19-2949-ABDA-F0F0C2B92E84}" destId="{FB9D8505-FABD-554D-BC56-5EB2181C3571}" srcOrd="0" destOrd="0" presId="urn:microsoft.com/office/officeart/2008/layout/HalfCircleOrganizationChart"/>
    <dgm:cxn modelId="{029D614D-092F-F145-94B4-3A544F9C5439}" type="presParOf" srcId="{C13A6DD5-6B19-2949-ABDA-F0F0C2B92E84}" destId="{3946E9EF-BF63-EA4F-942F-0458C6EF3BA5}" srcOrd="1" destOrd="0" presId="urn:microsoft.com/office/officeart/2008/layout/HalfCircleOrganizationChart"/>
    <dgm:cxn modelId="{DED8536A-C6BE-DC49-A0E3-1B968242C49E}" type="presParOf" srcId="{C13A6DD5-6B19-2949-ABDA-F0F0C2B92E84}" destId="{65FB5D59-CC9E-C24F-96E5-7BAD50005887}" srcOrd="2" destOrd="0" presId="urn:microsoft.com/office/officeart/2008/layout/HalfCircleOrganizationChart"/>
    <dgm:cxn modelId="{2E2C6CBB-8683-9744-B2EA-7725CF60F3BF}" type="presParOf" srcId="{C13A6DD5-6B19-2949-ABDA-F0F0C2B92E84}" destId="{85FA8272-D9DF-DE44-8143-E8808E1226C2}" srcOrd="3" destOrd="0" presId="urn:microsoft.com/office/officeart/2008/layout/HalfCircleOrganizationChart"/>
    <dgm:cxn modelId="{0CD2E300-D6DB-9943-8D0E-E960872F1AE1}" type="presParOf" srcId="{AF6FC626-1118-F349-9918-EBE22CA3D855}" destId="{B6A0121F-A84F-1E43-A482-310E60C8CA56}" srcOrd="1" destOrd="0" presId="urn:microsoft.com/office/officeart/2008/layout/HalfCircleOrganizationChart"/>
    <dgm:cxn modelId="{4B7EC3DE-DF24-F842-B324-D4A24A08CCB8}" type="presParOf" srcId="{AF6FC626-1118-F349-9918-EBE22CA3D855}" destId="{88824993-04DC-1841-97DA-0F9A47737D98}" srcOrd="2" destOrd="0" presId="urn:microsoft.com/office/officeart/2008/layout/HalfCircleOrganizationChart"/>
    <dgm:cxn modelId="{DE199650-CEE3-3240-ADA7-02CFF5B0F755}" type="presParOf" srcId="{DA841913-1B6E-7846-928B-31FE301F5858}" destId="{6ECCFC65-61A4-8447-8E62-DB93D43B93A2}" srcOrd="2" destOrd="0" presId="urn:microsoft.com/office/officeart/2008/layout/HalfCircleOrganizationChart"/>
    <dgm:cxn modelId="{3BBCF8C5-F168-304A-A694-7F80DD300221}" type="presParOf" srcId="{8C25FDA7-F666-8649-B344-BD9F2DDF1DE7}" destId="{8779EDF1-E3C2-F94B-BB37-6187AA51C17D}" srcOrd="2" destOrd="0" presId="urn:microsoft.com/office/officeart/2008/layout/HalfCircleOrganizationChar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04BA1F5-43D5-487D-A182-2959400E09F7}" type="doc">
      <dgm:prSet loTypeId="urn:microsoft.com/office/officeart/2005/8/layout/vProcess5" loCatId="process" qsTypeId="urn:microsoft.com/office/officeart/2005/8/quickstyle/simple1" qsCatId="simple" csTypeId="urn:microsoft.com/office/officeart/2005/8/colors/colorful1" csCatId="colorful" phldr="1"/>
      <dgm:spPr/>
      <dgm:t>
        <a:bodyPr/>
        <a:lstStyle/>
        <a:p>
          <a:endParaRPr lang="en-US"/>
        </a:p>
      </dgm:t>
    </dgm:pt>
    <dgm:pt modelId="{1990BCF3-3971-44DE-A8CF-F4FF46F07F3E}">
      <dgm:prSet/>
      <dgm:spPr>
        <a:solidFill>
          <a:schemeClr val="bg2">
            <a:lumMod val="75000"/>
          </a:schemeClr>
        </a:solidFill>
      </dgm:spPr>
      <dgm:t>
        <a:bodyPr/>
        <a:lstStyle/>
        <a:p>
          <a:r>
            <a:rPr lang="en-US" dirty="0"/>
            <a:t>Swing Decision</a:t>
          </a:r>
        </a:p>
      </dgm:t>
    </dgm:pt>
    <dgm:pt modelId="{936D361E-5F11-497E-B404-F3F0B1EC6D0F}" type="parTrans" cxnId="{FAA7A400-B260-4E0F-9D54-FF69B0E4A5D3}">
      <dgm:prSet/>
      <dgm:spPr/>
      <dgm:t>
        <a:bodyPr/>
        <a:lstStyle/>
        <a:p>
          <a:endParaRPr lang="en-US"/>
        </a:p>
      </dgm:t>
    </dgm:pt>
    <dgm:pt modelId="{319C3F7F-F1EA-4996-8273-6F33E5BAAA35}" type="sibTrans" cxnId="{FAA7A400-B260-4E0F-9D54-FF69B0E4A5D3}">
      <dgm:prSet/>
      <dgm:spPr>
        <a:solidFill>
          <a:schemeClr val="accent5">
            <a:lumMod val="20000"/>
            <a:lumOff val="80000"/>
          </a:schemeClr>
        </a:solidFill>
        <a:ln>
          <a:noFill/>
        </a:ln>
      </dgm:spPr>
      <dgm:t>
        <a:bodyPr/>
        <a:lstStyle/>
        <a:p>
          <a:endParaRPr lang="en-US"/>
        </a:p>
      </dgm:t>
    </dgm:pt>
    <dgm:pt modelId="{77664A86-6D63-47F1-8A13-DCA46D457C97}">
      <dgm:prSet/>
      <dgm:spPr>
        <a:solidFill>
          <a:schemeClr val="accent4"/>
        </a:solidFill>
      </dgm:spPr>
      <dgm:t>
        <a:bodyPr/>
        <a:lstStyle/>
        <a:p>
          <a:r>
            <a:rPr lang="en-US" dirty="0"/>
            <a:t>Contact</a:t>
          </a:r>
        </a:p>
      </dgm:t>
    </dgm:pt>
    <dgm:pt modelId="{A30CB9FE-6EE7-4BB2-AEB4-A5708A58D4EE}" type="parTrans" cxnId="{2ADEFD89-86A8-4029-967D-1FBBC51D3351}">
      <dgm:prSet/>
      <dgm:spPr/>
      <dgm:t>
        <a:bodyPr/>
        <a:lstStyle/>
        <a:p>
          <a:endParaRPr lang="en-US"/>
        </a:p>
      </dgm:t>
    </dgm:pt>
    <dgm:pt modelId="{265B97FA-D4A1-4FB8-B189-9E59CE38EBFC}" type="sibTrans" cxnId="{2ADEFD89-86A8-4029-967D-1FBBC51D3351}">
      <dgm:prSet/>
      <dgm:spPr>
        <a:solidFill>
          <a:schemeClr val="bg2">
            <a:lumMod val="75000"/>
          </a:schemeClr>
        </a:solidFill>
        <a:ln>
          <a:solidFill>
            <a:schemeClr val="bg2">
              <a:lumMod val="50000"/>
            </a:schemeClr>
          </a:solidFill>
        </a:ln>
      </dgm:spPr>
      <dgm:t>
        <a:bodyPr/>
        <a:lstStyle/>
        <a:p>
          <a:endParaRPr lang="en-US"/>
        </a:p>
      </dgm:t>
    </dgm:pt>
    <dgm:pt modelId="{A7D2359A-73B3-47DB-BD71-FC99B91C35F1}">
      <dgm:prSet/>
      <dgm:spPr>
        <a:solidFill>
          <a:schemeClr val="bg2">
            <a:lumMod val="75000"/>
          </a:schemeClr>
        </a:solidFill>
      </dgm:spPr>
      <dgm:t>
        <a:bodyPr/>
        <a:lstStyle/>
        <a:p>
          <a:r>
            <a:rPr lang="en-US" dirty="0"/>
            <a:t>Power</a:t>
          </a:r>
        </a:p>
      </dgm:t>
    </dgm:pt>
    <dgm:pt modelId="{1C432803-5FE1-4546-8D7C-8134E97710D5}" type="parTrans" cxnId="{369AC735-C3DC-4A53-B783-F53FC006047D}">
      <dgm:prSet/>
      <dgm:spPr/>
      <dgm:t>
        <a:bodyPr/>
        <a:lstStyle/>
        <a:p>
          <a:endParaRPr lang="en-US"/>
        </a:p>
      </dgm:t>
    </dgm:pt>
    <dgm:pt modelId="{C58A2CA7-D272-481D-ABF4-27A08E59CE25}" type="sibTrans" cxnId="{369AC735-C3DC-4A53-B783-F53FC006047D}">
      <dgm:prSet/>
      <dgm:spPr>
        <a:solidFill>
          <a:schemeClr val="bg2">
            <a:lumMod val="75000"/>
          </a:schemeClr>
        </a:solidFill>
        <a:ln>
          <a:solidFill>
            <a:schemeClr val="bg2">
              <a:lumMod val="50000"/>
            </a:schemeClr>
          </a:solidFill>
        </a:ln>
      </dgm:spPr>
      <dgm:t>
        <a:bodyPr/>
        <a:lstStyle/>
        <a:p>
          <a:endParaRPr lang="en-US"/>
        </a:p>
      </dgm:t>
    </dgm:pt>
    <dgm:pt modelId="{4E86C12D-1BB6-4453-AF1A-24B34FED327A}">
      <dgm:prSet/>
      <dgm:spPr>
        <a:solidFill>
          <a:schemeClr val="bg2">
            <a:lumMod val="75000"/>
          </a:schemeClr>
        </a:solidFill>
      </dgm:spPr>
      <dgm:t>
        <a:bodyPr/>
        <a:lstStyle/>
        <a:p>
          <a:r>
            <a:rPr lang="en-US" dirty="0"/>
            <a:t>Speed</a:t>
          </a:r>
        </a:p>
      </dgm:t>
    </dgm:pt>
    <dgm:pt modelId="{EC14365E-BEF5-4852-A42C-A8182051B9DE}" type="parTrans" cxnId="{A9AA9B6C-FC6E-4FD6-9EB8-CC611A1BF1C4}">
      <dgm:prSet/>
      <dgm:spPr/>
      <dgm:t>
        <a:bodyPr/>
        <a:lstStyle/>
        <a:p>
          <a:endParaRPr lang="en-US"/>
        </a:p>
      </dgm:t>
    </dgm:pt>
    <dgm:pt modelId="{0E2FE1C9-291B-4C79-8817-A3BB8E3545FD}" type="sibTrans" cxnId="{A9AA9B6C-FC6E-4FD6-9EB8-CC611A1BF1C4}">
      <dgm:prSet/>
      <dgm:spPr/>
      <dgm:t>
        <a:bodyPr/>
        <a:lstStyle/>
        <a:p>
          <a:endParaRPr lang="en-US"/>
        </a:p>
      </dgm:t>
    </dgm:pt>
    <dgm:pt modelId="{458821F1-93C0-7642-B712-4CE893F508A2}" type="pres">
      <dgm:prSet presAssocID="{804BA1F5-43D5-487D-A182-2959400E09F7}" presName="outerComposite" presStyleCnt="0">
        <dgm:presLayoutVars>
          <dgm:chMax val="5"/>
          <dgm:dir/>
          <dgm:resizeHandles val="exact"/>
        </dgm:presLayoutVars>
      </dgm:prSet>
      <dgm:spPr/>
    </dgm:pt>
    <dgm:pt modelId="{1ECA61E1-E725-5045-B173-05113B8F606B}" type="pres">
      <dgm:prSet presAssocID="{804BA1F5-43D5-487D-A182-2959400E09F7}" presName="dummyMaxCanvas" presStyleCnt="0">
        <dgm:presLayoutVars/>
      </dgm:prSet>
      <dgm:spPr/>
    </dgm:pt>
    <dgm:pt modelId="{CED7E44B-473E-DA47-9F1E-1B1C7F3F684A}" type="pres">
      <dgm:prSet presAssocID="{804BA1F5-43D5-487D-A182-2959400E09F7}" presName="FourNodes_1" presStyleLbl="node1" presStyleIdx="0" presStyleCnt="4">
        <dgm:presLayoutVars>
          <dgm:bulletEnabled val="1"/>
        </dgm:presLayoutVars>
      </dgm:prSet>
      <dgm:spPr/>
    </dgm:pt>
    <dgm:pt modelId="{D647F376-3ED7-C444-8F14-6F8C5021A998}" type="pres">
      <dgm:prSet presAssocID="{804BA1F5-43D5-487D-A182-2959400E09F7}" presName="FourNodes_2" presStyleLbl="node1" presStyleIdx="1" presStyleCnt="4">
        <dgm:presLayoutVars>
          <dgm:bulletEnabled val="1"/>
        </dgm:presLayoutVars>
      </dgm:prSet>
      <dgm:spPr/>
    </dgm:pt>
    <dgm:pt modelId="{8A9C31B0-7674-BD44-BEEA-C4976B6AA018}" type="pres">
      <dgm:prSet presAssocID="{804BA1F5-43D5-487D-A182-2959400E09F7}" presName="FourNodes_3" presStyleLbl="node1" presStyleIdx="2" presStyleCnt="4">
        <dgm:presLayoutVars>
          <dgm:bulletEnabled val="1"/>
        </dgm:presLayoutVars>
      </dgm:prSet>
      <dgm:spPr/>
    </dgm:pt>
    <dgm:pt modelId="{C04B6330-8B49-A244-9A5D-6589B31C75D2}" type="pres">
      <dgm:prSet presAssocID="{804BA1F5-43D5-487D-A182-2959400E09F7}" presName="FourNodes_4" presStyleLbl="node1" presStyleIdx="3" presStyleCnt="4">
        <dgm:presLayoutVars>
          <dgm:bulletEnabled val="1"/>
        </dgm:presLayoutVars>
      </dgm:prSet>
      <dgm:spPr/>
    </dgm:pt>
    <dgm:pt modelId="{F902FCB0-1729-E342-BD30-37866290C699}" type="pres">
      <dgm:prSet presAssocID="{804BA1F5-43D5-487D-A182-2959400E09F7}" presName="FourConn_1-2" presStyleLbl="fgAccFollowNode1" presStyleIdx="0" presStyleCnt="3">
        <dgm:presLayoutVars>
          <dgm:bulletEnabled val="1"/>
        </dgm:presLayoutVars>
      </dgm:prSet>
      <dgm:spPr/>
    </dgm:pt>
    <dgm:pt modelId="{91AC3CB0-74FF-DA4A-A612-88ECB9F5D953}" type="pres">
      <dgm:prSet presAssocID="{804BA1F5-43D5-487D-A182-2959400E09F7}" presName="FourConn_2-3" presStyleLbl="fgAccFollowNode1" presStyleIdx="1" presStyleCnt="3">
        <dgm:presLayoutVars>
          <dgm:bulletEnabled val="1"/>
        </dgm:presLayoutVars>
      </dgm:prSet>
      <dgm:spPr/>
    </dgm:pt>
    <dgm:pt modelId="{E2B63BC3-2E04-E34E-A86B-328FDF6F7FF1}" type="pres">
      <dgm:prSet presAssocID="{804BA1F5-43D5-487D-A182-2959400E09F7}" presName="FourConn_3-4" presStyleLbl="fgAccFollowNode1" presStyleIdx="2" presStyleCnt="3">
        <dgm:presLayoutVars>
          <dgm:bulletEnabled val="1"/>
        </dgm:presLayoutVars>
      </dgm:prSet>
      <dgm:spPr/>
    </dgm:pt>
    <dgm:pt modelId="{994A24B5-5760-4D46-932F-1E81A0BE785B}" type="pres">
      <dgm:prSet presAssocID="{804BA1F5-43D5-487D-A182-2959400E09F7}" presName="FourNodes_1_text" presStyleLbl="node1" presStyleIdx="3" presStyleCnt="4">
        <dgm:presLayoutVars>
          <dgm:bulletEnabled val="1"/>
        </dgm:presLayoutVars>
      </dgm:prSet>
      <dgm:spPr/>
    </dgm:pt>
    <dgm:pt modelId="{05FBA237-B1D0-7F49-9FBB-5FBB1D83C8C5}" type="pres">
      <dgm:prSet presAssocID="{804BA1F5-43D5-487D-A182-2959400E09F7}" presName="FourNodes_2_text" presStyleLbl="node1" presStyleIdx="3" presStyleCnt="4">
        <dgm:presLayoutVars>
          <dgm:bulletEnabled val="1"/>
        </dgm:presLayoutVars>
      </dgm:prSet>
      <dgm:spPr/>
    </dgm:pt>
    <dgm:pt modelId="{7EEE58D6-85A5-D44E-AE23-8C50C2683C73}" type="pres">
      <dgm:prSet presAssocID="{804BA1F5-43D5-487D-A182-2959400E09F7}" presName="FourNodes_3_text" presStyleLbl="node1" presStyleIdx="3" presStyleCnt="4">
        <dgm:presLayoutVars>
          <dgm:bulletEnabled val="1"/>
        </dgm:presLayoutVars>
      </dgm:prSet>
      <dgm:spPr/>
    </dgm:pt>
    <dgm:pt modelId="{EE8324B3-053F-2A4A-8670-F0F10E5E7632}" type="pres">
      <dgm:prSet presAssocID="{804BA1F5-43D5-487D-A182-2959400E09F7}" presName="FourNodes_4_text" presStyleLbl="node1" presStyleIdx="3" presStyleCnt="4">
        <dgm:presLayoutVars>
          <dgm:bulletEnabled val="1"/>
        </dgm:presLayoutVars>
      </dgm:prSet>
      <dgm:spPr/>
    </dgm:pt>
  </dgm:ptLst>
  <dgm:cxnLst>
    <dgm:cxn modelId="{FAA7A400-B260-4E0F-9D54-FF69B0E4A5D3}" srcId="{804BA1F5-43D5-487D-A182-2959400E09F7}" destId="{1990BCF3-3971-44DE-A8CF-F4FF46F07F3E}" srcOrd="0" destOrd="0" parTransId="{936D361E-5F11-497E-B404-F3F0B1EC6D0F}" sibTransId="{319C3F7F-F1EA-4996-8273-6F33E5BAAA35}"/>
    <dgm:cxn modelId="{46A4871B-5B18-D54E-8A53-5D60E35F249A}" type="presOf" srcId="{C58A2CA7-D272-481D-ABF4-27A08E59CE25}" destId="{E2B63BC3-2E04-E34E-A86B-328FDF6F7FF1}" srcOrd="0" destOrd="0" presId="urn:microsoft.com/office/officeart/2005/8/layout/vProcess5"/>
    <dgm:cxn modelId="{6F726C30-3E8A-0A49-B3BA-5C7D0FBAAE12}" type="presOf" srcId="{77664A86-6D63-47F1-8A13-DCA46D457C97}" destId="{05FBA237-B1D0-7F49-9FBB-5FBB1D83C8C5}" srcOrd="1" destOrd="0" presId="urn:microsoft.com/office/officeart/2005/8/layout/vProcess5"/>
    <dgm:cxn modelId="{DF98D633-A933-7C40-9865-43C25174CA67}" type="presOf" srcId="{4E86C12D-1BB6-4453-AF1A-24B34FED327A}" destId="{C04B6330-8B49-A244-9A5D-6589B31C75D2}" srcOrd="0" destOrd="0" presId="urn:microsoft.com/office/officeart/2005/8/layout/vProcess5"/>
    <dgm:cxn modelId="{369AC735-C3DC-4A53-B783-F53FC006047D}" srcId="{804BA1F5-43D5-487D-A182-2959400E09F7}" destId="{A7D2359A-73B3-47DB-BD71-FC99B91C35F1}" srcOrd="2" destOrd="0" parTransId="{1C432803-5FE1-4546-8D7C-8134E97710D5}" sibTransId="{C58A2CA7-D272-481D-ABF4-27A08E59CE25}"/>
    <dgm:cxn modelId="{53C4513A-90C7-0B40-8ECD-92163E1E754B}" type="presOf" srcId="{A7D2359A-73B3-47DB-BD71-FC99B91C35F1}" destId="{7EEE58D6-85A5-D44E-AE23-8C50C2683C73}" srcOrd="1" destOrd="0" presId="urn:microsoft.com/office/officeart/2005/8/layout/vProcess5"/>
    <dgm:cxn modelId="{5CD18A3D-C315-0140-8308-A8D22EFA8B88}" type="presOf" srcId="{77664A86-6D63-47F1-8A13-DCA46D457C97}" destId="{D647F376-3ED7-C444-8F14-6F8C5021A998}" srcOrd="0" destOrd="0" presId="urn:microsoft.com/office/officeart/2005/8/layout/vProcess5"/>
    <dgm:cxn modelId="{A9AA9B6C-FC6E-4FD6-9EB8-CC611A1BF1C4}" srcId="{804BA1F5-43D5-487D-A182-2959400E09F7}" destId="{4E86C12D-1BB6-4453-AF1A-24B34FED327A}" srcOrd="3" destOrd="0" parTransId="{EC14365E-BEF5-4852-A42C-A8182051B9DE}" sibTransId="{0E2FE1C9-291B-4C79-8817-A3BB8E3545FD}"/>
    <dgm:cxn modelId="{E0576383-FF81-6A49-BFF4-F3DDAB0DFFAC}" type="presOf" srcId="{265B97FA-D4A1-4FB8-B189-9E59CE38EBFC}" destId="{91AC3CB0-74FF-DA4A-A612-88ECB9F5D953}" srcOrd="0" destOrd="0" presId="urn:microsoft.com/office/officeart/2005/8/layout/vProcess5"/>
    <dgm:cxn modelId="{2ADEFD89-86A8-4029-967D-1FBBC51D3351}" srcId="{804BA1F5-43D5-487D-A182-2959400E09F7}" destId="{77664A86-6D63-47F1-8A13-DCA46D457C97}" srcOrd="1" destOrd="0" parTransId="{A30CB9FE-6EE7-4BB2-AEB4-A5708A58D4EE}" sibTransId="{265B97FA-D4A1-4FB8-B189-9E59CE38EBFC}"/>
    <dgm:cxn modelId="{3134278E-094F-1344-A84C-D7D6221CDECB}" type="presOf" srcId="{1990BCF3-3971-44DE-A8CF-F4FF46F07F3E}" destId="{994A24B5-5760-4D46-932F-1E81A0BE785B}" srcOrd="1" destOrd="0" presId="urn:microsoft.com/office/officeart/2005/8/layout/vProcess5"/>
    <dgm:cxn modelId="{CECB46A2-2366-654B-AA06-F6BFA34AB281}" type="presOf" srcId="{319C3F7F-F1EA-4996-8273-6F33E5BAAA35}" destId="{F902FCB0-1729-E342-BD30-37866290C699}" srcOrd="0" destOrd="0" presId="urn:microsoft.com/office/officeart/2005/8/layout/vProcess5"/>
    <dgm:cxn modelId="{CDF250B4-4E88-8E46-8A49-17733FBC4140}" type="presOf" srcId="{4E86C12D-1BB6-4453-AF1A-24B34FED327A}" destId="{EE8324B3-053F-2A4A-8670-F0F10E5E7632}" srcOrd="1" destOrd="0" presId="urn:microsoft.com/office/officeart/2005/8/layout/vProcess5"/>
    <dgm:cxn modelId="{A58053BB-2432-CD45-A292-37D536B96737}" type="presOf" srcId="{804BA1F5-43D5-487D-A182-2959400E09F7}" destId="{458821F1-93C0-7642-B712-4CE893F508A2}" srcOrd="0" destOrd="0" presId="urn:microsoft.com/office/officeart/2005/8/layout/vProcess5"/>
    <dgm:cxn modelId="{E6EDD7C8-3FA8-A247-849C-89D665B47DB4}" type="presOf" srcId="{1990BCF3-3971-44DE-A8CF-F4FF46F07F3E}" destId="{CED7E44B-473E-DA47-9F1E-1B1C7F3F684A}" srcOrd="0" destOrd="0" presId="urn:microsoft.com/office/officeart/2005/8/layout/vProcess5"/>
    <dgm:cxn modelId="{579AA3D7-D428-D843-BF96-5746C7AD1332}" type="presOf" srcId="{A7D2359A-73B3-47DB-BD71-FC99B91C35F1}" destId="{8A9C31B0-7674-BD44-BEEA-C4976B6AA018}" srcOrd="0" destOrd="0" presId="urn:microsoft.com/office/officeart/2005/8/layout/vProcess5"/>
    <dgm:cxn modelId="{50D370DB-CDA8-9443-89B8-4D7A565931DA}" type="presParOf" srcId="{458821F1-93C0-7642-B712-4CE893F508A2}" destId="{1ECA61E1-E725-5045-B173-05113B8F606B}" srcOrd="0" destOrd="0" presId="urn:microsoft.com/office/officeart/2005/8/layout/vProcess5"/>
    <dgm:cxn modelId="{ABBD612A-A587-6A4A-B386-10EC4D13A298}" type="presParOf" srcId="{458821F1-93C0-7642-B712-4CE893F508A2}" destId="{CED7E44B-473E-DA47-9F1E-1B1C7F3F684A}" srcOrd="1" destOrd="0" presId="urn:microsoft.com/office/officeart/2005/8/layout/vProcess5"/>
    <dgm:cxn modelId="{237E29FD-24CE-0047-B58F-9D6062258E1B}" type="presParOf" srcId="{458821F1-93C0-7642-B712-4CE893F508A2}" destId="{D647F376-3ED7-C444-8F14-6F8C5021A998}" srcOrd="2" destOrd="0" presId="urn:microsoft.com/office/officeart/2005/8/layout/vProcess5"/>
    <dgm:cxn modelId="{9DFE1A96-B184-5F41-AFFB-238557A1FDFE}" type="presParOf" srcId="{458821F1-93C0-7642-B712-4CE893F508A2}" destId="{8A9C31B0-7674-BD44-BEEA-C4976B6AA018}" srcOrd="3" destOrd="0" presId="urn:microsoft.com/office/officeart/2005/8/layout/vProcess5"/>
    <dgm:cxn modelId="{135778D9-82E0-E74E-AF64-721F09B97B4C}" type="presParOf" srcId="{458821F1-93C0-7642-B712-4CE893F508A2}" destId="{C04B6330-8B49-A244-9A5D-6589B31C75D2}" srcOrd="4" destOrd="0" presId="urn:microsoft.com/office/officeart/2005/8/layout/vProcess5"/>
    <dgm:cxn modelId="{6B42AD7E-243A-A442-805B-BF1D994FAEDB}" type="presParOf" srcId="{458821F1-93C0-7642-B712-4CE893F508A2}" destId="{F902FCB0-1729-E342-BD30-37866290C699}" srcOrd="5" destOrd="0" presId="urn:microsoft.com/office/officeart/2005/8/layout/vProcess5"/>
    <dgm:cxn modelId="{128EE16C-99D7-6846-BFF4-E8218A2A3721}" type="presParOf" srcId="{458821F1-93C0-7642-B712-4CE893F508A2}" destId="{91AC3CB0-74FF-DA4A-A612-88ECB9F5D953}" srcOrd="6" destOrd="0" presId="urn:microsoft.com/office/officeart/2005/8/layout/vProcess5"/>
    <dgm:cxn modelId="{FAE24875-F487-AF4E-B6E2-FA62C82E235A}" type="presParOf" srcId="{458821F1-93C0-7642-B712-4CE893F508A2}" destId="{E2B63BC3-2E04-E34E-A86B-328FDF6F7FF1}" srcOrd="7" destOrd="0" presId="urn:microsoft.com/office/officeart/2005/8/layout/vProcess5"/>
    <dgm:cxn modelId="{C438526D-0849-9C4D-8460-F76FD911B4AC}" type="presParOf" srcId="{458821F1-93C0-7642-B712-4CE893F508A2}" destId="{994A24B5-5760-4D46-932F-1E81A0BE785B}" srcOrd="8" destOrd="0" presId="urn:microsoft.com/office/officeart/2005/8/layout/vProcess5"/>
    <dgm:cxn modelId="{A40F49C9-91D9-3244-ACC7-D9154501F4F9}" type="presParOf" srcId="{458821F1-93C0-7642-B712-4CE893F508A2}" destId="{05FBA237-B1D0-7F49-9FBB-5FBB1D83C8C5}" srcOrd="9" destOrd="0" presId="urn:microsoft.com/office/officeart/2005/8/layout/vProcess5"/>
    <dgm:cxn modelId="{29D502A4-47FA-724D-87F9-D3FE0DC709FD}" type="presParOf" srcId="{458821F1-93C0-7642-B712-4CE893F508A2}" destId="{7EEE58D6-85A5-D44E-AE23-8C50C2683C73}" srcOrd="10" destOrd="0" presId="urn:microsoft.com/office/officeart/2005/8/layout/vProcess5"/>
    <dgm:cxn modelId="{FD1A84BF-9ECF-344A-BB01-41ED46E0D7A2}" type="presParOf" srcId="{458821F1-93C0-7642-B712-4CE893F508A2}" destId="{EE8324B3-053F-2A4A-8670-F0F10E5E7632}"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04BA1F5-43D5-487D-A182-2959400E09F7}" type="doc">
      <dgm:prSet loTypeId="urn:microsoft.com/office/officeart/2005/8/layout/vProcess5" loCatId="process" qsTypeId="urn:microsoft.com/office/officeart/2005/8/quickstyle/simple1" qsCatId="simple" csTypeId="urn:microsoft.com/office/officeart/2005/8/colors/colorful1" csCatId="colorful" phldr="1"/>
      <dgm:spPr/>
      <dgm:t>
        <a:bodyPr/>
        <a:lstStyle/>
        <a:p>
          <a:endParaRPr lang="en-US"/>
        </a:p>
      </dgm:t>
    </dgm:pt>
    <dgm:pt modelId="{1990BCF3-3971-44DE-A8CF-F4FF46F07F3E}">
      <dgm:prSet/>
      <dgm:spPr>
        <a:solidFill>
          <a:schemeClr val="bg2">
            <a:lumMod val="75000"/>
          </a:schemeClr>
        </a:solidFill>
      </dgm:spPr>
      <dgm:t>
        <a:bodyPr/>
        <a:lstStyle/>
        <a:p>
          <a:r>
            <a:rPr lang="en-US" dirty="0"/>
            <a:t>Swing Decision</a:t>
          </a:r>
        </a:p>
      </dgm:t>
    </dgm:pt>
    <dgm:pt modelId="{936D361E-5F11-497E-B404-F3F0B1EC6D0F}" type="parTrans" cxnId="{FAA7A400-B260-4E0F-9D54-FF69B0E4A5D3}">
      <dgm:prSet/>
      <dgm:spPr/>
      <dgm:t>
        <a:bodyPr/>
        <a:lstStyle/>
        <a:p>
          <a:endParaRPr lang="en-US"/>
        </a:p>
      </dgm:t>
    </dgm:pt>
    <dgm:pt modelId="{319C3F7F-F1EA-4996-8273-6F33E5BAAA35}" type="sibTrans" cxnId="{FAA7A400-B260-4E0F-9D54-FF69B0E4A5D3}">
      <dgm:prSet/>
      <dgm:spPr>
        <a:solidFill>
          <a:schemeClr val="bg2">
            <a:lumMod val="75000"/>
          </a:schemeClr>
        </a:solidFill>
        <a:ln>
          <a:solidFill>
            <a:schemeClr val="bg2">
              <a:lumMod val="50000"/>
            </a:schemeClr>
          </a:solidFill>
        </a:ln>
      </dgm:spPr>
      <dgm:t>
        <a:bodyPr/>
        <a:lstStyle/>
        <a:p>
          <a:endParaRPr lang="en-US"/>
        </a:p>
      </dgm:t>
    </dgm:pt>
    <dgm:pt modelId="{77664A86-6D63-47F1-8A13-DCA46D457C97}">
      <dgm:prSet/>
      <dgm:spPr>
        <a:solidFill>
          <a:schemeClr val="bg2">
            <a:lumMod val="75000"/>
          </a:schemeClr>
        </a:solidFill>
      </dgm:spPr>
      <dgm:t>
        <a:bodyPr/>
        <a:lstStyle/>
        <a:p>
          <a:r>
            <a:rPr lang="en-US" dirty="0"/>
            <a:t>Contact</a:t>
          </a:r>
        </a:p>
      </dgm:t>
    </dgm:pt>
    <dgm:pt modelId="{A30CB9FE-6EE7-4BB2-AEB4-A5708A58D4EE}" type="parTrans" cxnId="{2ADEFD89-86A8-4029-967D-1FBBC51D3351}">
      <dgm:prSet/>
      <dgm:spPr/>
      <dgm:t>
        <a:bodyPr/>
        <a:lstStyle/>
        <a:p>
          <a:endParaRPr lang="en-US"/>
        </a:p>
      </dgm:t>
    </dgm:pt>
    <dgm:pt modelId="{265B97FA-D4A1-4FB8-B189-9E59CE38EBFC}" type="sibTrans" cxnId="{2ADEFD89-86A8-4029-967D-1FBBC51D3351}">
      <dgm:prSet/>
      <dgm:spPr>
        <a:solidFill>
          <a:schemeClr val="accent1">
            <a:lumMod val="20000"/>
            <a:lumOff val="80000"/>
          </a:schemeClr>
        </a:solidFill>
        <a:ln>
          <a:noFill/>
        </a:ln>
      </dgm:spPr>
      <dgm:t>
        <a:bodyPr/>
        <a:lstStyle/>
        <a:p>
          <a:endParaRPr lang="en-US"/>
        </a:p>
      </dgm:t>
    </dgm:pt>
    <dgm:pt modelId="{A7D2359A-73B3-47DB-BD71-FC99B91C35F1}">
      <dgm:prSet/>
      <dgm:spPr>
        <a:solidFill>
          <a:schemeClr val="accent2"/>
        </a:solidFill>
      </dgm:spPr>
      <dgm:t>
        <a:bodyPr/>
        <a:lstStyle/>
        <a:p>
          <a:r>
            <a:rPr lang="en-US" dirty="0"/>
            <a:t>Power</a:t>
          </a:r>
        </a:p>
      </dgm:t>
    </dgm:pt>
    <dgm:pt modelId="{1C432803-5FE1-4546-8D7C-8134E97710D5}" type="parTrans" cxnId="{369AC735-C3DC-4A53-B783-F53FC006047D}">
      <dgm:prSet/>
      <dgm:spPr/>
      <dgm:t>
        <a:bodyPr/>
        <a:lstStyle/>
        <a:p>
          <a:endParaRPr lang="en-US"/>
        </a:p>
      </dgm:t>
    </dgm:pt>
    <dgm:pt modelId="{C58A2CA7-D272-481D-ABF4-27A08E59CE25}" type="sibTrans" cxnId="{369AC735-C3DC-4A53-B783-F53FC006047D}">
      <dgm:prSet/>
      <dgm:spPr>
        <a:solidFill>
          <a:schemeClr val="bg2">
            <a:lumMod val="75000"/>
          </a:schemeClr>
        </a:solidFill>
        <a:ln>
          <a:solidFill>
            <a:schemeClr val="bg2">
              <a:lumMod val="50000"/>
            </a:schemeClr>
          </a:solidFill>
        </a:ln>
      </dgm:spPr>
      <dgm:t>
        <a:bodyPr/>
        <a:lstStyle/>
        <a:p>
          <a:endParaRPr lang="en-US"/>
        </a:p>
      </dgm:t>
    </dgm:pt>
    <dgm:pt modelId="{4E86C12D-1BB6-4453-AF1A-24B34FED327A}">
      <dgm:prSet/>
      <dgm:spPr>
        <a:solidFill>
          <a:schemeClr val="bg2">
            <a:lumMod val="75000"/>
          </a:schemeClr>
        </a:solidFill>
      </dgm:spPr>
      <dgm:t>
        <a:bodyPr/>
        <a:lstStyle/>
        <a:p>
          <a:r>
            <a:rPr lang="en-US" dirty="0"/>
            <a:t>Speed</a:t>
          </a:r>
        </a:p>
      </dgm:t>
    </dgm:pt>
    <dgm:pt modelId="{EC14365E-BEF5-4852-A42C-A8182051B9DE}" type="parTrans" cxnId="{A9AA9B6C-FC6E-4FD6-9EB8-CC611A1BF1C4}">
      <dgm:prSet/>
      <dgm:spPr/>
      <dgm:t>
        <a:bodyPr/>
        <a:lstStyle/>
        <a:p>
          <a:endParaRPr lang="en-US"/>
        </a:p>
      </dgm:t>
    </dgm:pt>
    <dgm:pt modelId="{0E2FE1C9-291B-4C79-8817-A3BB8E3545FD}" type="sibTrans" cxnId="{A9AA9B6C-FC6E-4FD6-9EB8-CC611A1BF1C4}">
      <dgm:prSet/>
      <dgm:spPr/>
      <dgm:t>
        <a:bodyPr/>
        <a:lstStyle/>
        <a:p>
          <a:endParaRPr lang="en-US"/>
        </a:p>
      </dgm:t>
    </dgm:pt>
    <dgm:pt modelId="{458821F1-93C0-7642-B712-4CE893F508A2}" type="pres">
      <dgm:prSet presAssocID="{804BA1F5-43D5-487D-A182-2959400E09F7}" presName="outerComposite" presStyleCnt="0">
        <dgm:presLayoutVars>
          <dgm:chMax val="5"/>
          <dgm:dir/>
          <dgm:resizeHandles val="exact"/>
        </dgm:presLayoutVars>
      </dgm:prSet>
      <dgm:spPr/>
    </dgm:pt>
    <dgm:pt modelId="{1ECA61E1-E725-5045-B173-05113B8F606B}" type="pres">
      <dgm:prSet presAssocID="{804BA1F5-43D5-487D-A182-2959400E09F7}" presName="dummyMaxCanvas" presStyleCnt="0">
        <dgm:presLayoutVars/>
      </dgm:prSet>
      <dgm:spPr/>
    </dgm:pt>
    <dgm:pt modelId="{CED7E44B-473E-DA47-9F1E-1B1C7F3F684A}" type="pres">
      <dgm:prSet presAssocID="{804BA1F5-43D5-487D-A182-2959400E09F7}" presName="FourNodes_1" presStyleLbl="node1" presStyleIdx="0" presStyleCnt="4">
        <dgm:presLayoutVars>
          <dgm:bulletEnabled val="1"/>
        </dgm:presLayoutVars>
      </dgm:prSet>
      <dgm:spPr/>
    </dgm:pt>
    <dgm:pt modelId="{D647F376-3ED7-C444-8F14-6F8C5021A998}" type="pres">
      <dgm:prSet presAssocID="{804BA1F5-43D5-487D-A182-2959400E09F7}" presName="FourNodes_2" presStyleLbl="node1" presStyleIdx="1" presStyleCnt="4">
        <dgm:presLayoutVars>
          <dgm:bulletEnabled val="1"/>
        </dgm:presLayoutVars>
      </dgm:prSet>
      <dgm:spPr/>
    </dgm:pt>
    <dgm:pt modelId="{8A9C31B0-7674-BD44-BEEA-C4976B6AA018}" type="pres">
      <dgm:prSet presAssocID="{804BA1F5-43D5-487D-A182-2959400E09F7}" presName="FourNodes_3" presStyleLbl="node1" presStyleIdx="2" presStyleCnt="4">
        <dgm:presLayoutVars>
          <dgm:bulletEnabled val="1"/>
        </dgm:presLayoutVars>
      </dgm:prSet>
      <dgm:spPr/>
    </dgm:pt>
    <dgm:pt modelId="{C04B6330-8B49-A244-9A5D-6589B31C75D2}" type="pres">
      <dgm:prSet presAssocID="{804BA1F5-43D5-487D-A182-2959400E09F7}" presName="FourNodes_4" presStyleLbl="node1" presStyleIdx="3" presStyleCnt="4">
        <dgm:presLayoutVars>
          <dgm:bulletEnabled val="1"/>
        </dgm:presLayoutVars>
      </dgm:prSet>
      <dgm:spPr/>
    </dgm:pt>
    <dgm:pt modelId="{F902FCB0-1729-E342-BD30-37866290C699}" type="pres">
      <dgm:prSet presAssocID="{804BA1F5-43D5-487D-A182-2959400E09F7}" presName="FourConn_1-2" presStyleLbl="fgAccFollowNode1" presStyleIdx="0" presStyleCnt="3">
        <dgm:presLayoutVars>
          <dgm:bulletEnabled val="1"/>
        </dgm:presLayoutVars>
      </dgm:prSet>
      <dgm:spPr/>
    </dgm:pt>
    <dgm:pt modelId="{91AC3CB0-74FF-DA4A-A612-88ECB9F5D953}" type="pres">
      <dgm:prSet presAssocID="{804BA1F5-43D5-487D-A182-2959400E09F7}" presName="FourConn_2-3" presStyleLbl="fgAccFollowNode1" presStyleIdx="1" presStyleCnt="3">
        <dgm:presLayoutVars>
          <dgm:bulletEnabled val="1"/>
        </dgm:presLayoutVars>
      </dgm:prSet>
      <dgm:spPr/>
    </dgm:pt>
    <dgm:pt modelId="{E2B63BC3-2E04-E34E-A86B-328FDF6F7FF1}" type="pres">
      <dgm:prSet presAssocID="{804BA1F5-43D5-487D-A182-2959400E09F7}" presName="FourConn_3-4" presStyleLbl="fgAccFollowNode1" presStyleIdx="2" presStyleCnt="3">
        <dgm:presLayoutVars>
          <dgm:bulletEnabled val="1"/>
        </dgm:presLayoutVars>
      </dgm:prSet>
      <dgm:spPr/>
    </dgm:pt>
    <dgm:pt modelId="{994A24B5-5760-4D46-932F-1E81A0BE785B}" type="pres">
      <dgm:prSet presAssocID="{804BA1F5-43D5-487D-A182-2959400E09F7}" presName="FourNodes_1_text" presStyleLbl="node1" presStyleIdx="3" presStyleCnt="4">
        <dgm:presLayoutVars>
          <dgm:bulletEnabled val="1"/>
        </dgm:presLayoutVars>
      </dgm:prSet>
      <dgm:spPr/>
    </dgm:pt>
    <dgm:pt modelId="{05FBA237-B1D0-7F49-9FBB-5FBB1D83C8C5}" type="pres">
      <dgm:prSet presAssocID="{804BA1F5-43D5-487D-A182-2959400E09F7}" presName="FourNodes_2_text" presStyleLbl="node1" presStyleIdx="3" presStyleCnt="4">
        <dgm:presLayoutVars>
          <dgm:bulletEnabled val="1"/>
        </dgm:presLayoutVars>
      </dgm:prSet>
      <dgm:spPr/>
    </dgm:pt>
    <dgm:pt modelId="{7EEE58D6-85A5-D44E-AE23-8C50C2683C73}" type="pres">
      <dgm:prSet presAssocID="{804BA1F5-43D5-487D-A182-2959400E09F7}" presName="FourNodes_3_text" presStyleLbl="node1" presStyleIdx="3" presStyleCnt="4">
        <dgm:presLayoutVars>
          <dgm:bulletEnabled val="1"/>
        </dgm:presLayoutVars>
      </dgm:prSet>
      <dgm:spPr/>
    </dgm:pt>
    <dgm:pt modelId="{EE8324B3-053F-2A4A-8670-F0F10E5E7632}" type="pres">
      <dgm:prSet presAssocID="{804BA1F5-43D5-487D-A182-2959400E09F7}" presName="FourNodes_4_text" presStyleLbl="node1" presStyleIdx="3" presStyleCnt="4">
        <dgm:presLayoutVars>
          <dgm:bulletEnabled val="1"/>
        </dgm:presLayoutVars>
      </dgm:prSet>
      <dgm:spPr/>
    </dgm:pt>
  </dgm:ptLst>
  <dgm:cxnLst>
    <dgm:cxn modelId="{FAA7A400-B260-4E0F-9D54-FF69B0E4A5D3}" srcId="{804BA1F5-43D5-487D-A182-2959400E09F7}" destId="{1990BCF3-3971-44DE-A8CF-F4FF46F07F3E}" srcOrd="0" destOrd="0" parTransId="{936D361E-5F11-497E-B404-F3F0B1EC6D0F}" sibTransId="{319C3F7F-F1EA-4996-8273-6F33E5BAAA35}"/>
    <dgm:cxn modelId="{46A4871B-5B18-D54E-8A53-5D60E35F249A}" type="presOf" srcId="{C58A2CA7-D272-481D-ABF4-27A08E59CE25}" destId="{E2B63BC3-2E04-E34E-A86B-328FDF6F7FF1}" srcOrd="0" destOrd="0" presId="urn:microsoft.com/office/officeart/2005/8/layout/vProcess5"/>
    <dgm:cxn modelId="{6F726C30-3E8A-0A49-B3BA-5C7D0FBAAE12}" type="presOf" srcId="{77664A86-6D63-47F1-8A13-DCA46D457C97}" destId="{05FBA237-B1D0-7F49-9FBB-5FBB1D83C8C5}" srcOrd="1" destOrd="0" presId="urn:microsoft.com/office/officeart/2005/8/layout/vProcess5"/>
    <dgm:cxn modelId="{DF98D633-A933-7C40-9865-43C25174CA67}" type="presOf" srcId="{4E86C12D-1BB6-4453-AF1A-24B34FED327A}" destId="{C04B6330-8B49-A244-9A5D-6589B31C75D2}" srcOrd="0" destOrd="0" presId="urn:microsoft.com/office/officeart/2005/8/layout/vProcess5"/>
    <dgm:cxn modelId="{369AC735-C3DC-4A53-B783-F53FC006047D}" srcId="{804BA1F5-43D5-487D-A182-2959400E09F7}" destId="{A7D2359A-73B3-47DB-BD71-FC99B91C35F1}" srcOrd="2" destOrd="0" parTransId="{1C432803-5FE1-4546-8D7C-8134E97710D5}" sibTransId="{C58A2CA7-D272-481D-ABF4-27A08E59CE25}"/>
    <dgm:cxn modelId="{53C4513A-90C7-0B40-8ECD-92163E1E754B}" type="presOf" srcId="{A7D2359A-73B3-47DB-BD71-FC99B91C35F1}" destId="{7EEE58D6-85A5-D44E-AE23-8C50C2683C73}" srcOrd="1" destOrd="0" presId="urn:microsoft.com/office/officeart/2005/8/layout/vProcess5"/>
    <dgm:cxn modelId="{5CD18A3D-C315-0140-8308-A8D22EFA8B88}" type="presOf" srcId="{77664A86-6D63-47F1-8A13-DCA46D457C97}" destId="{D647F376-3ED7-C444-8F14-6F8C5021A998}" srcOrd="0" destOrd="0" presId="urn:microsoft.com/office/officeart/2005/8/layout/vProcess5"/>
    <dgm:cxn modelId="{A9AA9B6C-FC6E-4FD6-9EB8-CC611A1BF1C4}" srcId="{804BA1F5-43D5-487D-A182-2959400E09F7}" destId="{4E86C12D-1BB6-4453-AF1A-24B34FED327A}" srcOrd="3" destOrd="0" parTransId="{EC14365E-BEF5-4852-A42C-A8182051B9DE}" sibTransId="{0E2FE1C9-291B-4C79-8817-A3BB8E3545FD}"/>
    <dgm:cxn modelId="{E0576383-FF81-6A49-BFF4-F3DDAB0DFFAC}" type="presOf" srcId="{265B97FA-D4A1-4FB8-B189-9E59CE38EBFC}" destId="{91AC3CB0-74FF-DA4A-A612-88ECB9F5D953}" srcOrd="0" destOrd="0" presId="urn:microsoft.com/office/officeart/2005/8/layout/vProcess5"/>
    <dgm:cxn modelId="{2ADEFD89-86A8-4029-967D-1FBBC51D3351}" srcId="{804BA1F5-43D5-487D-A182-2959400E09F7}" destId="{77664A86-6D63-47F1-8A13-DCA46D457C97}" srcOrd="1" destOrd="0" parTransId="{A30CB9FE-6EE7-4BB2-AEB4-A5708A58D4EE}" sibTransId="{265B97FA-D4A1-4FB8-B189-9E59CE38EBFC}"/>
    <dgm:cxn modelId="{3134278E-094F-1344-A84C-D7D6221CDECB}" type="presOf" srcId="{1990BCF3-3971-44DE-A8CF-F4FF46F07F3E}" destId="{994A24B5-5760-4D46-932F-1E81A0BE785B}" srcOrd="1" destOrd="0" presId="urn:microsoft.com/office/officeart/2005/8/layout/vProcess5"/>
    <dgm:cxn modelId="{CECB46A2-2366-654B-AA06-F6BFA34AB281}" type="presOf" srcId="{319C3F7F-F1EA-4996-8273-6F33E5BAAA35}" destId="{F902FCB0-1729-E342-BD30-37866290C699}" srcOrd="0" destOrd="0" presId="urn:microsoft.com/office/officeart/2005/8/layout/vProcess5"/>
    <dgm:cxn modelId="{CDF250B4-4E88-8E46-8A49-17733FBC4140}" type="presOf" srcId="{4E86C12D-1BB6-4453-AF1A-24B34FED327A}" destId="{EE8324B3-053F-2A4A-8670-F0F10E5E7632}" srcOrd="1" destOrd="0" presId="urn:microsoft.com/office/officeart/2005/8/layout/vProcess5"/>
    <dgm:cxn modelId="{A58053BB-2432-CD45-A292-37D536B96737}" type="presOf" srcId="{804BA1F5-43D5-487D-A182-2959400E09F7}" destId="{458821F1-93C0-7642-B712-4CE893F508A2}" srcOrd="0" destOrd="0" presId="urn:microsoft.com/office/officeart/2005/8/layout/vProcess5"/>
    <dgm:cxn modelId="{E6EDD7C8-3FA8-A247-849C-89D665B47DB4}" type="presOf" srcId="{1990BCF3-3971-44DE-A8CF-F4FF46F07F3E}" destId="{CED7E44B-473E-DA47-9F1E-1B1C7F3F684A}" srcOrd="0" destOrd="0" presId="urn:microsoft.com/office/officeart/2005/8/layout/vProcess5"/>
    <dgm:cxn modelId="{579AA3D7-D428-D843-BF96-5746C7AD1332}" type="presOf" srcId="{A7D2359A-73B3-47DB-BD71-FC99B91C35F1}" destId="{8A9C31B0-7674-BD44-BEEA-C4976B6AA018}" srcOrd="0" destOrd="0" presId="urn:microsoft.com/office/officeart/2005/8/layout/vProcess5"/>
    <dgm:cxn modelId="{50D370DB-CDA8-9443-89B8-4D7A565931DA}" type="presParOf" srcId="{458821F1-93C0-7642-B712-4CE893F508A2}" destId="{1ECA61E1-E725-5045-B173-05113B8F606B}" srcOrd="0" destOrd="0" presId="urn:microsoft.com/office/officeart/2005/8/layout/vProcess5"/>
    <dgm:cxn modelId="{ABBD612A-A587-6A4A-B386-10EC4D13A298}" type="presParOf" srcId="{458821F1-93C0-7642-B712-4CE893F508A2}" destId="{CED7E44B-473E-DA47-9F1E-1B1C7F3F684A}" srcOrd="1" destOrd="0" presId="urn:microsoft.com/office/officeart/2005/8/layout/vProcess5"/>
    <dgm:cxn modelId="{237E29FD-24CE-0047-B58F-9D6062258E1B}" type="presParOf" srcId="{458821F1-93C0-7642-B712-4CE893F508A2}" destId="{D647F376-3ED7-C444-8F14-6F8C5021A998}" srcOrd="2" destOrd="0" presId="urn:microsoft.com/office/officeart/2005/8/layout/vProcess5"/>
    <dgm:cxn modelId="{9DFE1A96-B184-5F41-AFFB-238557A1FDFE}" type="presParOf" srcId="{458821F1-93C0-7642-B712-4CE893F508A2}" destId="{8A9C31B0-7674-BD44-BEEA-C4976B6AA018}" srcOrd="3" destOrd="0" presId="urn:microsoft.com/office/officeart/2005/8/layout/vProcess5"/>
    <dgm:cxn modelId="{135778D9-82E0-E74E-AF64-721F09B97B4C}" type="presParOf" srcId="{458821F1-93C0-7642-B712-4CE893F508A2}" destId="{C04B6330-8B49-A244-9A5D-6589B31C75D2}" srcOrd="4" destOrd="0" presId="urn:microsoft.com/office/officeart/2005/8/layout/vProcess5"/>
    <dgm:cxn modelId="{6B42AD7E-243A-A442-805B-BF1D994FAEDB}" type="presParOf" srcId="{458821F1-93C0-7642-B712-4CE893F508A2}" destId="{F902FCB0-1729-E342-BD30-37866290C699}" srcOrd="5" destOrd="0" presId="urn:microsoft.com/office/officeart/2005/8/layout/vProcess5"/>
    <dgm:cxn modelId="{128EE16C-99D7-6846-BFF4-E8218A2A3721}" type="presParOf" srcId="{458821F1-93C0-7642-B712-4CE893F508A2}" destId="{91AC3CB0-74FF-DA4A-A612-88ECB9F5D953}" srcOrd="6" destOrd="0" presId="urn:microsoft.com/office/officeart/2005/8/layout/vProcess5"/>
    <dgm:cxn modelId="{FAE24875-F487-AF4E-B6E2-FA62C82E235A}" type="presParOf" srcId="{458821F1-93C0-7642-B712-4CE893F508A2}" destId="{E2B63BC3-2E04-E34E-A86B-328FDF6F7FF1}" srcOrd="7" destOrd="0" presId="urn:microsoft.com/office/officeart/2005/8/layout/vProcess5"/>
    <dgm:cxn modelId="{C438526D-0849-9C4D-8460-F76FD911B4AC}" type="presParOf" srcId="{458821F1-93C0-7642-B712-4CE893F508A2}" destId="{994A24B5-5760-4D46-932F-1E81A0BE785B}" srcOrd="8" destOrd="0" presId="urn:microsoft.com/office/officeart/2005/8/layout/vProcess5"/>
    <dgm:cxn modelId="{A40F49C9-91D9-3244-ACC7-D9154501F4F9}" type="presParOf" srcId="{458821F1-93C0-7642-B712-4CE893F508A2}" destId="{05FBA237-B1D0-7F49-9FBB-5FBB1D83C8C5}" srcOrd="9" destOrd="0" presId="urn:microsoft.com/office/officeart/2005/8/layout/vProcess5"/>
    <dgm:cxn modelId="{29D502A4-47FA-724D-87F9-D3FE0DC709FD}" type="presParOf" srcId="{458821F1-93C0-7642-B712-4CE893F508A2}" destId="{7EEE58D6-85A5-D44E-AE23-8C50C2683C73}" srcOrd="10" destOrd="0" presId="urn:microsoft.com/office/officeart/2005/8/layout/vProcess5"/>
    <dgm:cxn modelId="{FD1A84BF-9ECF-344A-BB01-41ED46E0D7A2}" type="presParOf" srcId="{458821F1-93C0-7642-B712-4CE893F508A2}" destId="{EE8324B3-053F-2A4A-8670-F0F10E5E7632}"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804BA1F5-43D5-487D-A182-2959400E09F7}" type="doc">
      <dgm:prSet loTypeId="urn:microsoft.com/office/officeart/2005/8/layout/vProcess5" loCatId="process" qsTypeId="urn:microsoft.com/office/officeart/2005/8/quickstyle/simple1" qsCatId="simple" csTypeId="urn:microsoft.com/office/officeart/2005/8/colors/colorful1" csCatId="colorful" phldr="1"/>
      <dgm:spPr/>
      <dgm:t>
        <a:bodyPr/>
        <a:lstStyle/>
        <a:p>
          <a:endParaRPr lang="en-US"/>
        </a:p>
      </dgm:t>
    </dgm:pt>
    <dgm:pt modelId="{1990BCF3-3971-44DE-A8CF-F4FF46F07F3E}">
      <dgm:prSet/>
      <dgm:spPr>
        <a:solidFill>
          <a:schemeClr val="bg2">
            <a:lumMod val="75000"/>
          </a:schemeClr>
        </a:solidFill>
      </dgm:spPr>
      <dgm:t>
        <a:bodyPr/>
        <a:lstStyle/>
        <a:p>
          <a:r>
            <a:rPr lang="en-US" dirty="0"/>
            <a:t>Swing Decision</a:t>
          </a:r>
        </a:p>
      </dgm:t>
    </dgm:pt>
    <dgm:pt modelId="{936D361E-5F11-497E-B404-F3F0B1EC6D0F}" type="parTrans" cxnId="{FAA7A400-B260-4E0F-9D54-FF69B0E4A5D3}">
      <dgm:prSet/>
      <dgm:spPr/>
      <dgm:t>
        <a:bodyPr/>
        <a:lstStyle/>
        <a:p>
          <a:endParaRPr lang="en-US"/>
        </a:p>
      </dgm:t>
    </dgm:pt>
    <dgm:pt modelId="{319C3F7F-F1EA-4996-8273-6F33E5BAAA35}" type="sibTrans" cxnId="{FAA7A400-B260-4E0F-9D54-FF69B0E4A5D3}">
      <dgm:prSet/>
      <dgm:spPr>
        <a:solidFill>
          <a:schemeClr val="bg2">
            <a:lumMod val="75000"/>
          </a:schemeClr>
        </a:solidFill>
        <a:ln>
          <a:solidFill>
            <a:schemeClr val="bg2">
              <a:lumMod val="50000"/>
            </a:schemeClr>
          </a:solidFill>
        </a:ln>
      </dgm:spPr>
      <dgm:t>
        <a:bodyPr/>
        <a:lstStyle/>
        <a:p>
          <a:endParaRPr lang="en-US"/>
        </a:p>
      </dgm:t>
    </dgm:pt>
    <dgm:pt modelId="{77664A86-6D63-47F1-8A13-DCA46D457C97}">
      <dgm:prSet/>
      <dgm:spPr>
        <a:solidFill>
          <a:schemeClr val="bg2">
            <a:lumMod val="75000"/>
          </a:schemeClr>
        </a:solidFill>
      </dgm:spPr>
      <dgm:t>
        <a:bodyPr/>
        <a:lstStyle/>
        <a:p>
          <a:r>
            <a:rPr lang="en-US" dirty="0"/>
            <a:t>Contact</a:t>
          </a:r>
        </a:p>
      </dgm:t>
    </dgm:pt>
    <dgm:pt modelId="{A30CB9FE-6EE7-4BB2-AEB4-A5708A58D4EE}" type="parTrans" cxnId="{2ADEFD89-86A8-4029-967D-1FBBC51D3351}">
      <dgm:prSet/>
      <dgm:spPr/>
      <dgm:t>
        <a:bodyPr/>
        <a:lstStyle/>
        <a:p>
          <a:endParaRPr lang="en-US"/>
        </a:p>
      </dgm:t>
    </dgm:pt>
    <dgm:pt modelId="{265B97FA-D4A1-4FB8-B189-9E59CE38EBFC}" type="sibTrans" cxnId="{2ADEFD89-86A8-4029-967D-1FBBC51D3351}">
      <dgm:prSet/>
      <dgm:spPr>
        <a:solidFill>
          <a:schemeClr val="bg2">
            <a:lumMod val="75000"/>
          </a:schemeClr>
        </a:solidFill>
        <a:ln>
          <a:solidFill>
            <a:schemeClr val="bg2">
              <a:lumMod val="50000"/>
            </a:schemeClr>
          </a:solidFill>
        </a:ln>
      </dgm:spPr>
      <dgm:t>
        <a:bodyPr/>
        <a:lstStyle/>
        <a:p>
          <a:endParaRPr lang="en-US"/>
        </a:p>
      </dgm:t>
    </dgm:pt>
    <dgm:pt modelId="{A7D2359A-73B3-47DB-BD71-FC99B91C35F1}">
      <dgm:prSet/>
      <dgm:spPr>
        <a:solidFill>
          <a:schemeClr val="bg2">
            <a:lumMod val="75000"/>
          </a:schemeClr>
        </a:solidFill>
      </dgm:spPr>
      <dgm:t>
        <a:bodyPr/>
        <a:lstStyle/>
        <a:p>
          <a:r>
            <a:rPr lang="en-US" dirty="0"/>
            <a:t>Power</a:t>
          </a:r>
        </a:p>
      </dgm:t>
    </dgm:pt>
    <dgm:pt modelId="{1C432803-5FE1-4546-8D7C-8134E97710D5}" type="parTrans" cxnId="{369AC735-C3DC-4A53-B783-F53FC006047D}">
      <dgm:prSet/>
      <dgm:spPr/>
      <dgm:t>
        <a:bodyPr/>
        <a:lstStyle/>
        <a:p>
          <a:endParaRPr lang="en-US"/>
        </a:p>
      </dgm:t>
    </dgm:pt>
    <dgm:pt modelId="{C58A2CA7-D272-481D-ABF4-27A08E59CE25}" type="sibTrans" cxnId="{369AC735-C3DC-4A53-B783-F53FC006047D}">
      <dgm:prSet/>
      <dgm:spPr>
        <a:solidFill>
          <a:schemeClr val="accent2">
            <a:lumMod val="40000"/>
            <a:lumOff val="60000"/>
          </a:schemeClr>
        </a:solidFill>
        <a:ln>
          <a:noFill/>
        </a:ln>
      </dgm:spPr>
      <dgm:t>
        <a:bodyPr/>
        <a:lstStyle/>
        <a:p>
          <a:endParaRPr lang="en-US"/>
        </a:p>
      </dgm:t>
    </dgm:pt>
    <dgm:pt modelId="{4E86C12D-1BB6-4453-AF1A-24B34FED327A}">
      <dgm:prSet/>
      <dgm:spPr>
        <a:solidFill>
          <a:schemeClr val="accent3">
            <a:lumMod val="75000"/>
          </a:schemeClr>
        </a:solidFill>
      </dgm:spPr>
      <dgm:t>
        <a:bodyPr/>
        <a:lstStyle/>
        <a:p>
          <a:r>
            <a:rPr lang="en-US" dirty="0"/>
            <a:t>Speed</a:t>
          </a:r>
        </a:p>
      </dgm:t>
    </dgm:pt>
    <dgm:pt modelId="{EC14365E-BEF5-4852-A42C-A8182051B9DE}" type="parTrans" cxnId="{A9AA9B6C-FC6E-4FD6-9EB8-CC611A1BF1C4}">
      <dgm:prSet/>
      <dgm:spPr/>
      <dgm:t>
        <a:bodyPr/>
        <a:lstStyle/>
        <a:p>
          <a:endParaRPr lang="en-US"/>
        </a:p>
      </dgm:t>
    </dgm:pt>
    <dgm:pt modelId="{0E2FE1C9-291B-4C79-8817-A3BB8E3545FD}" type="sibTrans" cxnId="{A9AA9B6C-FC6E-4FD6-9EB8-CC611A1BF1C4}">
      <dgm:prSet/>
      <dgm:spPr/>
      <dgm:t>
        <a:bodyPr/>
        <a:lstStyle/>
        <a:p>
          <a:endParaRPr lang="en-US"/>
        </a:p>
      </dgm:t>
    </dgm:pt>
    <dgm:pt modelId="{458821F1-93C0-7642-B712-4CE893F508A2}" type="pres">
      <dgm:prSet presAssocID="{804BA1F5-43D5-487D-A182-2959400E09F7}" presName="outerComposite" presStyleCnt="0">
        <dgm:presLayoutVars>
          <dgm:chMax val="5"/>
          <dgm:dir/>
          <dgm:resizeHandles val="exact"/>
        </dgm:presLayoutVars>
      </dgm:prSet>
      <dgm:spPr/>
    </dgm:pt>
    <dgm:pt modelId="{1ECA61E1-E725-5045-B173-05113B8F606B}" type="pres">
      <dgm:prSet presAssocID="{804BA1F5-43D5-487D-A182-2959400E09F7}" presName="dummyMaxCanvas" presStyleCnt="0">
        <dgm:presLayoutVars/>
      </dgm:prSet>
      <dgm:spPr/>
    </dgm:pt>
    <dgm:pt modelId="{CED7E44B-473E-DA47-9F1E-1B1C7F3F684A}" type="pres">
      <dgm:prSet presAssocID="{804BA1F5-43D5-487D-A182-2959400E09F7}" presName="FourNodes_1" presStyleLbl="node1" presStyleIdx="0" presStyleCnt="4">
        <dgm:presLayoutVars>
          <dgm:bulletEnabled val="1"/>
        </dgm:presLayoutVars>
      </dgm:prSet>
      <dgm:spPr/>
    </dgm:pt>
    <dgm:pt modelId="{D647F376-3ED7-C444-8F14-6F8C5021A998}" type="pres">
      <dgm:prSet presAssocID="{804BA1F5-43D5-487D-A182-2959400E09F7}" presName="FourNodes_2" presStyleLbl="node1" presStyleIdx="1" presStyleCnt="4">
        <dgm:presLayoutVars>
          <dgm:bulletEnabled val="1"/>
        </dgm:presLayoutVars>
      </dgm:prSet>
      <dgm:spPr/>
    </dgm:pt>
    <dgm:pt modelId="{8A9C31B0-7674-BD44-BEEA-C4976B6AA018}" type="pres">
      <dgm:prSet presAssocID="{804BA1F5-43D5-487D-A182-2959400E09F7}" presName="FourNodes_3" presStyleLbl="node1" presStyleIdx="2" presStyleCnt="4">
        <dgm:presLayoutVars>
          <dgm:bulletEnabled val="1"/>
        </dgm:presLayoutVars>
      </dgm:prSet>
      <dgm:spPr/>
    </dgm:pt>
    <dgm:pt modelId="{C04B6330-8B49-A244-9A5D-6589B31C75D2}" type="pres">
      <dgm:prSet presAssocID="{804BA1F5-43D5-487D-A182-2959400E09F7}" presName="FourNodes_4" presStyleLbl="node1" presStyleIdx="3" presStyleCnt="4">
        <dgm:presLayoutVars>
          <dgm:bulletEnabled val="1"/>
        </dgm:presLayoutVars>
      </dgm:prSet>
      <dgm:spPr/>
    </dgm:pt>
    <dgm:pt modelId="{F902FCB0-1729-E342-BD30-37866290C699}" type="pres">
      <dgm:prSet presAssocID="{804BA1F5-43D5-487D-A182-2959400E09F7}" presName="FourConn_1-2" presStyleLbl="fgAccFollowNode1" presStyleIdx="0" presStyleCnt="3">
        <dgm:presLayoutVars>
          <dgm:bulletEnabled val="1"/>
        </dgm:presLayoutVars>
      </dgm:prSet>
      <dgm:spPr/>
    </dgm:pt>
    <dgm:pt modelId="{91AC3CB0-74FF-DA4A-A612-88ECB9F5D953}" type="pres">
      <dgm:prSet presAssocID="{804BA1F5-43D5-487D-A182-2959400E09F7}" presName="FourConn_2-3" presStyleLbl="fgAccFollowNode1" presStyleIdx="1" presStyleCnt="3">
        <dgm:presLayoutVars>
          <dgm:bulletEnabled val="1"/>
        </dgm:presLayoutVars>
      </dgm:prSet>
      <dgm:spPr/>
    </dgm:pt>
    <dgm:pt modelId="{E2B63BC3-2E04-E34E-A86B-328FDF6F7FF1}" type="pres">
      <dgm:prSet presAssocID="{804BA1F5-43D5-487D-A182-2959400E09F7}" presName="FourConn_3-4" presStyleLbl="fgAccFollowNode1" presStyleIdx="2" presStyleCnt="3">
        <dgm:presLayoutVars>
          <dgm:bulletEnabled val="1"/>
        </dgm:presLayoutVars>
      </dgm:prSet>
      <dgm:spPr/>
    </dgm:pt>
    <dgm:pt modelId="{994A24B5-5760-4D46-932F-1E81A0BE785B}" type="pres">
      <dgm:prSet presAssocID="{804BA1F5-43D5-487D-A182-2959400E09F7}" presName="FourNodes_1_text" presStyleLbl="node1" presStyleIdx="3" presStyleCnt="4">
        <dgm:presLayoutVars>
          <dgm:bulletEnabled val="1"/>
        </dgm:presLayoutVars>
      </dgm:prSet>
      <dgm:spPr/>
    </dgm:pt>
    <dgm:pt modelId="{05FBA237-B1D0-7F49-9FBB-5FBB1D83C8C5}" type="pres">
      <dgm:prSet presAssocID="{804BA1F5-43D5-487D-A182-2959400E09F7}" presName="FourNodes_2_text" presStyleLbl="node1" presStyleIdx="3" presStyleCnt="4">
        <dgm:presLayoutVars>
          <dgm:bulletEnabled val="1"/>
        </dgm:presLayoutVars>
      </dgm:prSet>
      <dgm:spPr/>
    </dgm:pt>
    <dgm:pt modelId="{7EEE58D6-85A5-D44E-AE23-8C50C2683C73}" type="pres">
      <dgm:prSet presAssocID="{804BA1F5-43D5-487D-A182-2959400E09F7}" presName="FourNodes_3_text" presStyleLbl="node1" presStyleIdx="3" presStyleCnt="4">
        <dgm:presLayoutVars>
          <dgm:bulletEnabled val="1"/>
        </dgm:presLayoutVars>
      </dgm:prSet>
      <dgm:spPr/>
    </dgm:pt>
    <dgm:pt modelId="{EE8324B3-053F-2A4A-8670-F0F10E5E7632}" type="pres">
      <dgm:prSet presAssocID="{804BA1F5-43D5-487D-A182-2959400E09F7}" presName="FourNodes_4_text" presStyleLbl="node1" presStyleIdx="3" presStyleCnt="4">
        <dgm:presLayoutVars>
          <dgm:bulletEnabled val="1"/>
        </dgm:presLayoutVars>
      </dgm:prSet>
      <dgm:spPr/>
    </dgm:pt>
  </dgm:ptLst>
  <dgm:cxnLst>
    <dgm:cxn modelId="{FAA7A400-B260-4E0F-9D54-FF69B0E4A5D3}" srcId="{804BA1F5-43D5-487D-A182-2959400E09F7}" destId="{1990BCF3-3971-44DE-A8CF-F4FF46F07F3E}" srcOrd="0" destOrd="0" parTransId="{936D361E-5F11-497E-B404-F3F0B1EC6D0F}" sibTransId="{319C3F7F-F1EA-4996-8273-6F33E5BAAA35}"/>
    <dgm:cxn modelId="{46A4871B-5B18-D54E-8A53-5D60E35F249A}" type="presOf" srcId="{C58A2CA7-D272-481D-ABF4-27A08E59CE25}" destId="{E2B63BC3-2E04-E34E-A86B-328FDF6F7FF1}" srcOrd="0" destOrd="0" presId="urn:microsoft.com/office/officeart/2005/8/layout/vProcess5"/>
    <dgm:cxn modelId="{6F726C30-3E8A-0A49-B3BA-5C7D0FBAAE12}" type="presOf" srcId="{77664A86-6D63-47F1-8A13-DCA46D457C97}" destId="{05FBA237-B1D0-7F49-9FBB-5FBB1D83C8C5}" srcOrd="1" destOrd="0" presId="urn:microsoft.com/office/officeart/2005/8/layout/vProcess5"/>
    <dgm:cxn modelId="{DF98D633-A933-7C40-9865-43C25174CA67}" type="presOf" srcId="{4E86C12D-1BB6-4453-AF1A-24B34FED327A}" destId="{C04B6330-8B49-A244-9A5D-6589B31C75D2}" srcOrd="0" destOrd="0" presId="urn:microsoft.com/office/officeart/2005/8/layout/vProcess5"/>
    <dgm:cxn modelId="{369AC735-C3DC-4A53-B783-F53FC006047D}" srcId="{804BA1F5-43D5-487D-A182-2959400E09F7}" destId="{A7D2359A-73B3-47DB-BD71-FC99B91C35F1}" srcOrd="2" destOrd="0" parTransId="{1C432803-5FE1-4546-8D7C-8134E97710D5}" sibTransId="{C58A2CA7-D272-481D-ABF4-27A08E59CE25}"/>
    <dgm:cxn modelId="{53C4513A-90C7-0B40-8ECD-92163E1E754B}" type="presOf" srcId="{A7D2359A-73B3-47DB-BD71-FC99B91C35F1}" destId="{7EEE58D6-85A5-D44E-AE23-8C50C2683C73}" srcOrd="1" destOrd="0" presId="urn:microsoft.com/office/officeart/2005/8/layout/vProcess5"/>
    <dgm:cxn modelId="{5CD18A3D-C315-0140-8308-A8D22EFA8B88}" type="presOf" srcId="{77664A86-6D63-47F1-8A13-DCA46D457C97}" destId="{D647F376-3ED7-C444-8F14-6F8C5021A998}" srcOrd="0" destOrd="0" presId="urn:microsoft.com/office/officeart/2005/8/layout/vProcess5"/>
    <dgm:cxn modelId="{A9AA9B6C-FC6E-4FD6-9EB8-CC611A1BF1C4}" srcId="{804BA1F5-43D5-487D-A182-2959400E09F7}" destId="{4E86C12D-1BB6-4453-AF1A-24B34FED327A}" srcOrd="3" destOrd="0" parTransId="{EC14365E-BEF5-4852-A42C-A8182051B9DE}" sibTransId="{0E2FE1C9-291B-4C79-8817-A3BB8E3545FD}"/>
    <dgm:cxn modelId="{E0576383-FF81-6A49-BFF4-F3DDAB0DFFAC}" type="presOf" srcId="{265B97FA-D4A1-4FB8-B189-9E59CE38EBFC}" destId="{91AC3CB0-74FF-DA4A-A612-88ECB9F5D953}" srcOrd="0" destOrd="0" presId="urn:microsoft.com/office/officeart/2005/8/layout/vProcess5"/>
    <dgm:cxn modelId="{2ADEFD89-86A8-4029-967D-1FBBC51D3351}" srcId="{804BA1F5-43D5-487D-A182-2959400E09F7}" destId="{77664A86-6D63-47F1-8A13-DCA46D457C97}" srcOrd="1" destOrd="0" parTransId="{A30CB9FE-6EE7-4BB2-AEB4-A5708A58D4EE}" sibTransId="{265B97FA-D4A1-4FB8-B189-9E59CE38EBFC}"/>
    <dgm:cxn modelId="{3134278E-094F-1344-A84C-D7D6221CDECB}" type="presOf" srcId="{1990BCF3-3971-44DE-A8CF-F4FF46F07F3E}" destId="{994A24B5-5760-4D46-932F-1E81A0BE785B}" srcOrd="1" destOrd="0" presId="urn:microsoft.com/office/officeart/2005/8/layout/vProcess5"/>
    <dgm:cxn modelId="{CECB46A2-2366-654B-AA06-F6BFA34AB281}" type="presOf" srcId="{319C3F7F-F1EA-4996-8273-6F33E5BAAA35}" destId="{F902FCB0-1729-E342-BD30-37866290C699}" srcOrd="0" destOrd="0" presId="urn:microsoft.com/office/officeart/2005/8/layout/vProcess5"/>
    <dgm:cxn modelId="{CDF250B4-4E88-8E46-8A49-17733FBC4140}" type="presOf" srcId="{4E86C12D-1BB6-4453-AF1A-24B34FED327A}" destId="{EE8324B3-053F-2A4A-8670-F0F10E5E7632}" srcOrd="1" destOrd="0" presId="urn:microsoft.com/office/officeart/2005/8/layout/vProcess5"/>
    <dgm:cxn modelId="{A58053BB-2432-CD45-A292-37D536B96737}" type="presOf" srcId="{804BA1F5-43D5-487D-A182-2959400E09F7}" destId="{458821F1-93C0-7642-B712-4CE893F508A2}" srcOrd="0" destOrd="0" presId="urn:microsoft.com/office/officeart/2005/8/layout/vProcess5"/>
    <dgm:cxn modelId="{E6EDD7C8-3FA8-A247-849C-89D665B47DB4}" type="presOf" srcId="{1990BCF3-3971-44DE-A8CF-F4FF46F07F3E}" destId="{CED7E44B-473E-DA47-9F1E-1B1C7F3F684A}" srcOrd="0" destOrd="0" presId="urn:microsoft.com/office/officeart/2005/8/layout/vProcess5"/>
    <dgm:cxn modelId="{579AA3D7-D428-D843-BF96-5746C7AD1332}" type="presOf" srcId="{A7D2359A-73B3-47DB-BD71-FC99B91C35F1}" destId="{8A9C31B0-7674-BD44-BEEA-C4976B6AA018}" srcOrd="0" destOrd="0" presId="urn:microsoft.com/office/officeart/2005/8/layout/vProcess5"/>
    <dgm:cxn modelId="{50D370DB-CDA8-9443-89B8-4D7A565931DA}" type="presParOf" srcId="{458821F1-93C0-7642-B712-4CE893F508A2}" destId="{1ECA61E1-E725-5045-B173-05113B8F606B}" srcOrd="0" destOrd="0" presId="urn:microsoft.com/office/officeart/2005/8/layout/vProcess5"/>
    <dgm:cxn modelId="{ABBD612A-A587-6A4A-B386-10EC4D13A298}" type="presParOf" srcId="{458821F1-93C0-7642-B712-4CE893F508A2}" destId="{CED7E44B-473E-DA47-9F1E-1B1C7F3F684A}" srcOrd="1" destOrd="0" presId="urn:microsoft.com/office/officeart/2005/8/layout/vProcess5"/>
    <dgm:cxn modelId="{237E29FD-24CE-0047-B58F-9D6062258E1B}" type="presParOf" srcId="{458821F1-93C0-7642-B712-4CE893F508A2}" destId="{D647F376-3ED7-C444-8F14-6F8C5021A998}" srcOrd="2" destOrd="0" presId="urn:microsoft.com/office/officeart/2005/8/layout/vProcess5"/>
    <dgm:cxn modelId="{9DFE1A96-B184-5F41-AFFB-238557A1FDFE}" type="presParOf" srcId="{458821F1-93C0-7642-B712-4CE893F508A2}" destId="{8A9C31B0-7674-BD44-BEEA-C4976B6AA018}" srcOrd="3" destOrd="0" presId="urn:microsoft.com/office/officeart/2005/8/layout/vProcess5"/>
    <dgm:cxn modelId="{135778D9-82E0-E74E-AF64-721F09B97B4C}" type="presParOf" srcId="{458821F1-93C0-7642-B712-4CE893F508A2}" destId="{C04B6330-8B49-A244-9A5D-6589B31C75D2}" srcOrd="4" destOrd="0" presId="urn:microsoft.com/office/officeart/2005/8/layout/vProcess5"/>
    <dgm:cxn modelId="{6B42AD7E-243A-A442-805B-BF1D994FAEDB}" type="presParOf" srcId="{458821F1-93C0-7642-B712-4CE893F508A2}" destId="{F902FCB0-1729-E342-BD30-37866290C699}" srcOrd="5" destOrd="0" presId="urn:microsoft.com/office/officeart/2005/8/layout/vProcess5"/>
    <dgm:cxn modelId="{128EE16C-99D7-6846-BFF4-E8218A2A3721}" type="presParOf" srcId="{458821F1-93C0-7642-B712-4CE893F508A2}" destId="{91AC3CB0-74FF-DA4A-A612-88ECB9F5D953}" srcOrd="6" destOrd="0" presId="urn:microsoft.com/office/officeart/2005/8/layout/vProcess5"/>
    <dgm:cxn modelId="{FAE24875-F487-AF4E-B6E2-FA62C82E235A}" type="presParOf" srcId="{458821F1-93C0-7642-B712-4CE893F508A2}" destId="{E2B63BC3-2E04-E34E-A86B-328FDF6F7FF1}" srcOrd="7" destOrd="0" presId="urn:microsoft.com/office/officeart/2005/8/layout/vProcess5"/>
    <dgm:cxn modelId="{C438526D-0849-9C4D-8460-F76FD911B4AC}" type="presParOf" srcId="{458821F1-93C0-7642-B712-4CE893F508A2}" destId="{994A24B5-5760-4D46-932F-1E81A0BE785B}" srcOrd="8" destOrd="0" presId="urn:microsoft.com/office/officeart/2005/8/layout/vProcess5"/>
    <dgm:cxn modelId="{A40F49C9-91D9-3244-ACC7-D9154501F4F9}" type="presParOf" srcId="{458821F1-93C0-7642-B712-4CE893F508A2}" destId="{05FBA237-B1D0-7F49-9FBB-5FBB1D83C8C5}" srcOrd="9" destOrd="0" presId="urn:microsoft.com/office/officeart/2005/8/layout/vProcess5"/>
    <dgm:cxn modelId="{29D502A4-47FA-724D-87F9-D3FE0DC709FD}" type="presParOf" srcId="{458821F1-93C0-7642-B712-4CE893F508A2}" destId="{7EEE58D6-85A5-D44E-AE23-8C50C2683C73}" srcOrd="10" destOrd="0" presId="urn:microsoft.com/office/officeart/2005/8/layout/vProcess5"/>
    <dgm:cxn modelId="{FD1A84BF-9ECF-344A-BB01-41ED46E0D7A2}" type="presParOf" srcId="{458821F1-93C0-7642-B712-4CE893F508A2}" destId="{EE8324B3-053F-2A4A-8670-F0F10E5E7632}"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D7E44B-473E-DA47-9F1E-1B1C7F3F684A}">
      <dsp:nvSpPr>
        <dsp:cNvPr id="0" name=""/>
        <dsp:cNvSpPr/>
      </dsp:nvSpPr>
      <dsp:spPr>
        <a:xfrm>
          <a:off x="0" y="0"/>
          <a:ext cx="3862537" cy="1243430"/>
        </a:xfrm>
        <a:prstGeom prst="roundRect">
          <a:avLst>
            <a:gd name="adj" fmla="val 10000"/>
          </a:avLst>
        </a:prstGeom>
        <a:solidFill>
          <a:schemeClr val="accent5"/>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Swing Decision</a:t>
          </a:r>
        </a:p>
      </dsp:txBody>
      <dsp:txXfrm>
        <a:off x="36419" y="36419"/>
        <a:ext cx="2415709" cy="1170592"/>
      </dsp:txXfrm>
    </dsp:sp>
    <dsp:sp modelId="{D647F376-3ED7-C444-8F14-6F8C5021A998}">
      <dsp:nvSpPr>
        <dsp:cNvPr id="0" name=""/>
        <dsp:cNvSpPr/>
      </dsp:nvSpPr>
      <dsp:spPr>
        <a:xfrm>
          <a:off x="323487" y="1469508"/>
          <a:ext cx="3862537" cy="1243430"/>
        </a:xfrm>
        <a:prstGeom prst="roundRect">
          <a:avLst>
            <a:gd name="adj" fmla="val 10000"/>
          </a:avLst>
        </a:prstGeom>
        <a:solidFill>
          <a:schemeClr val="accent4"/>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Contact</a:t>
          </a:r>
        </a:p>
      </dsp:txBody>
      <dsp:txXfrm>
        <a:off x="359906" y="1505927"/>
        <a:ext cx="2657982" cy="1170592"/>
      </dsp:txXfrm>
    </dsp:sp>
    <dsp:sp modelId="{8A9C31B0-7674-BD44-BEEA-C4976B6AA018}">
      <dsp:nvSpPr>
        <dsp:cNvPr id="0" name=""/>
        <dsp:cNvSpPr/>
      </dsp:nvSpPr>
      <dsp:spPr>
        <a:xfrm>
          <a:off x="642146" y="2939016"/>
          <a:ext cx="3862537" cy="1243430"/>
        </a:xfrm>
        <a:prstGeom prst="roundRect">
          <a:avLst>
            <a:gd name="adj" fmla="val 10000"/>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Power</a:t>
          </a:r>
        </a:p>
      </dsp:txBody>
      <dsp:txXfrm>
        <a:off x="678565" y="2975435"/>
        <a:ext cx="2662810" cy="1170592"/>
      </dsp:txXfrm>
    </dsp:sp>
    <dsp:sp modelId="{C04B6330-8B49-A244-9A5D-6589B31C75D2}">
      <dsp:nvSpPr>
        <dsp:cNvPr id="0" name=""/>
        <dsp:cNvSpPr/>
      </dsp:nvSpPr>
      <dsp:spPr>
        <a:xfrm>
          <a:off x="965634" y="4408524"/>
          <a:ext cx="3862537" cy="1243430"/>
        </a:xfrm>
        <a:prstGeom prst="roundRect">
          <a:avLst>
            <a:gd name="adj" fmla="val 10000"/>
          </a:avLst>
        </a:prstGeom>
        <a:solidFill>
          <a:schemeClr val="accent3"/>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Speed</a:t>
          </a:r>
        </a:p>
      </dsp:txBody>
      <dsp:txXfrm>
        <a:off x="1002053" y="4444943"/>
        <a:ext cx="2657982" cy="1170592"/>
      </dsp:txXfrm>
    </dsp:sp>
    <dsp:sp modelId="{F902FCB0-1729-E342-BD30-37866290C699}">
      <dsp:nvSpPr>
        <dsp:cNvPr id="0" name=""/>
        <dsp:cNvSpPr/>
      </dsp:nvSpPr>
      <dsp:spPr>
        <a:xfrm>
          <a:off x="3054308" y="952354"/>
          <a:ext cx="808229" cy="808229"/>
        </a:xfrm>
        <a:prstGeom prst="downArrow">
          <a:avLst>
            <a:gd name="adj1" fmla="val 55000"/>
            <a:gd name="adj2" fmla="val 45000"/>
          </a:avLst>
        </a:prstGeom>
        <a:solidFill>
          <a:schemeClr val="accent5">
            <a:lumMod val="20000"/>
            <a:lumOff val="80000"/>
            <a:alpha val="9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3236160" y="952354"/>
        <a:ext cx="444525" cy="608192"/>
      </dsp:txXfrm>
    </dsp:sp>
    <dsp:sp modelId="{91AC3CB0-74FF-DA4A-A612-88ECB9F5D953}">
      <dsp:nvSpPr>
        <dsp:cNvPr id="0" name=""/>
        <dsp:cNvSpPr/>
      </dsp:nvSpPr>
      <dsp:spPr>
        <a:xfrm>
          <a:off x="3377795" y="2421862"/>
          <a:ext cx="808229" cy="808229"/>
        </a:xfrm>
        <a:prstGeom prst="downArrow">
          <a:avLst>
            <a:gd name="adj1" fmla="val 55000"/>
            <a:gd name="adj2" fmla="val 45000"/>
          </a:avLst>
        </a:prstGeom>
        <a:solidFill>
          <a:schemeClr val="accent4">
            <a:lumMod val="20000"/>
            <a:lumOff val="80000"/>
            <a:alpha val="9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3559647" y="2421862"/>
        <a:ext cx="444525" cy="608192"/>
      </dsp:txXfrm>
    </dsp:sp>
    <dsp:sp modelId="{E2B63BC3-2E04-E34E-A86B-328FDF6F7FF1}">
      <dsp:nvSpPr>
        <dsp:cNvPr id="0" name=""/>
        <dsp:cNvSpPr/>
      </dsp:nvSpPr>
      <dsp:spPr>
        <a:xfrm>
          <a:off x="3696454" y="3891371"/>
          <a:ext cx="808229" cy="808229"/>
        </a:xfrm>
        <a:prstGeom prst="downArrow">
          <a:avLst>
            <a:gd name="adj1" fmla="val 55000"/>
            <a:gd name="adj2" fmla="val 45000"/>
          </a:avLst>
        </a:prstGeom>
        <a:solidFill>
          <a:schemeClr val="accent2">
            <a:lumMod val="20000"/>
            <a:lumOff val="80000"/>
            <a:alpha val="9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3878306" y="3891371"/>
        <a:ext cx="444525" cy="60819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D7E44B-473E-DA47-9F1E-1B1C7F3F684A}">
      <dsp:nvSpPr>
        <dsp:cNvPr id="0" name=""/>
        <dsp:cNvSpPr/>
      </dsp:nvSpPr>
      <dsp:spPr>
        <a:xfrm>
          <a:off x="0" y="0"/>
          <a:ext cx="3862537" cy="1243430"/>
        </a:xfrm>
        <a:prstGeom prst="roundRect">
          <a:avLst>
            <a:gd name="adj" fmla="val 10000"/>
          </a:avLst>
        </a:prstGeom>
        <a:solidFill>
          <a:schemeClr val="accent5"/>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Swing Decision</a:t>
          </a:r>
        </a:p>
      </dsp:txBody>
      <dsp:txXfrm>
        <a:off x="36419" y="36419"/>
        <a:ext cx="2415709" cy="1170592"/>
      </dsp:txXfrm>
    </dsp:sp>
    <dsp:sp modelId="{D647F376-3ED7-C444-8F14-6F8C5021A998}">
      <dsp:nvSpPr>
        <dsp:cNvPr id="0" name=""/>
        <dsp:cNvSpPr/>
      </dsp:nvSpPr>
      <dsp:spPr>
        <a:xfrm>
          <a:off x="323487" y="1469508"/>
          <a:ext cx="3862537" cy="1243430"/>
        </a:xfrm>
        <a:prstGeom prst="roundRect">
          <a:avLst>
            <a:gd name="adj" fmla="val 10000"/>
          </a:avLst>
        </a:prstGeom>
        <a:solidFill>
          <a:schemeClr val="bg2">
            <a:lumMod val="7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Contact</a:t>
          </a:r>
        </a:p>
      </dsp:txBody>
      <dsp:txXfrm>
        <a:off x="359906" y="1505927"/>
        <a:ext cx="2657982" cy="1170592"/>
      </dsp:txXfrm>
    </dsp:sp>
    <dsp:sp modelId="{8A9C31B0-7674-BD44-BEEA-C4976B6AA018}">
      <dsp:nvSpPr>
        <dsp:cNvPr id="0" name=""/>
        <dsp:cNvSpPr/>
      </dsp:nvSpPr>
      <dsp:spPr>
        <a:xfrm>
          <a:off x="642146" y="2939016"/>
          <a:ext cx="3862537" cy="1243430"/>
        </a:xfrm>
        <a:prstGeom prst="roundRect">
          <a:avLst>
            <a:gd name="adj" fmla="val 10000"/>
          </a:avLst>
        </a:prstGeom>
        <a:solidFill>
          <a:schemeClr val="bg2">
            <a:lumMod val="7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Power</a:t>
          </a:r>
        </a:p>
      </dsp:txBody>
      <dsp:txXfrm>
        <a:off x="678565" y="2975435"/>
        <a:ext cx="2662810" cy="1170592"/>
      </dsp:txXfrm>
    </dsp:sp>
    <dsp:sp modelId="{C04B6330-8B49-A244-9A5D-6589B31C75D2}">
      <dsp:nvSpPr>
        <dsp:cNvPr id="0" name=""/>
        <dsp:cNvSpPr/>
      </dsp:nvSpPr>
      <dsp:spPr>
        <a:xfrm>
          <a:off x="965634" y="4408524"/>
          <a:ext cx="3862537" cy="1243430"/>
        </a:xfrm>
        <a:prstGeom prst="roundRect">
          <a:avLst>
            <a:gd name="adj" fmla="val 10000"/>
          </a:avLst>
        </a:prstGeom>
        <a:solidFill>
          <a:schemeClr val="bg2">
            <a:lumMod val="7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Speed</a:t>
          </a:r>
        </a:p>
      </dsp:txBody>
      <dsp:txXfrm>
        <a:off x="1002053" y="4444943"/>
        <a:ext cx="2657982" cy="1170592"/>
      </dsp:txXfrm>
    </dsp:sp>
    <dsp:sp modelId="{F902FCB0-1729-E342-BD30-37866290C699}">
      <dsp:nvSpPr>
        <dsp:cNvPr id="0" name=""/>
        <dsp:cNvSpPr/>
      </dsp:nvSpPr>
      <dsp:spPr>
        <a:xfrm>
          <a:off x="3054308" y="952354"/>
          <a:ext cx="808229" cy="808229"/>
        </a:xfrm>
        <a:prstGeom prst="downArrow">
          <a:avLst>
            <a:gd name="adj1" fmla="val 55000"/>
            <a:gd name="adj2" fmla="val 45000"/>
          </a:avLst>
        </a:prstGeom>
        <a:solidFill>
          <a:schemeClr val="bg2">
            <a:lumMod val="75000"/>
          </a:schemeClr>
        </a:solidFill>
        <a:ln w="19050" cap="flat" cmpd="sng" algn="ctr">
          <a:solidFill>
            <a:schemeClr val="bg2">
              <a:lumMod val="5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3236160" y="952354"/>
        <a:ext cx="444525" cy="608192"/>
      </dsp:txXfrm>
    </dsp:sp>
    <dsp:sp modelId="{91AC3CB0-74FF-DA4A-A612-88ECB9F5D953}">
      <dsp:nvSpPr>
        <dsp:cNvPr id="0" name=""/>
        <dsp:cNvSpPr/>
      </dsp:nvSpPr>
      <dsp:spPr>
        <a:xfrm>
          <a:off x="3377795" y="2421862"/>
          <a:ext cx="808229" cy="808229"/>
        </a:xfrm>
        <a:prstGeom prst="downArrow">
          <a:avLst>
            <a:gd name="adj1" fmla="val 55000"/>
            <a:gd name="adj2" fmla="val 45000"/>
          </a:avLst>
        </a:prstGeom>
        <a:solidFill>
          <a:schemeClr val="bg2">
            <a:lumMod val="75000"/>
          </a:schemeClr>
        </a:solidFill>
        <a:ln w="19050" cap="flat" cmpd="sng" algn="ctr">
          <a:solidFill>
            <a:schemeClr val="bg2">
              <a:lumMod val="5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3559647" y="2421862"/>
        <a:ext cx="444525" cy="608192"/>
      </dsp:txXfrm>
    </dsp:sp>
    <dsp:sp modelId="{E2B63BC3-2E04-E34E-A86B-328FDF6F7FF1}">
      <dsp:nvSpPr>
        <dsp:cNvPr id="0" name=""/>
        <dsp:cNvSpPr/>
      </dsp:nvSpPr>
      <dsp:spPr>
        <a:xfrm>
          <a:off x="3696454" y="3891371"/>
          <a:ext cx="808229" cy="808229"/>
        </a:xfrm>
        <a:prstGeom prst="downArrow">
          <a:avLst>
            <a:gd name="adj1" fmla="val 55000"/>
            <a:gd name="adj2" fmla="val 45000"/>
          </a:avLst>
        </a:prstGeom>
        <a:solidFill>
          <a:schemeClr val="bg2">
            <a:lumMod val="75000"/>
          </a:schemeClr>
        </a:solidFill>
        <a:ln w="19050" cap="flat" cmpd="sng" algn="ctr">
          <a:solidFill>
            <a:schemeClr val="bg2">
              <a:lumMod val="5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3878306" y="3891371"/>
        <a:ext cx="444525" cy="60819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89E2E5-E657-884B-82A9-B7E559068C7F}">
      <dsp:nvSpPr>
        <dsp:cNvPr id="0" name=""/>
        <dsp:cNvSpPr/>
      </dsp:nvSpPr>
      <dsp:spPr>
        <a:xfrm>
          <a:off x="0" y="399780"/>
          <a:ext cx="4828172" cy="2141999"/>
        </a:xfrm>
        <a:prstGeom prst="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74720" tIns="354076" rIns="374720" bIns="120904" numCol="1" spcCol="1270" anchor="t" anchorCtr="0">
          <a:noAutofit/>
        </a:bodyPr>
        <a:lstStyle/>
        <a:p>
          <a:pPr marL="171450" lvl="1" indent="-171450" algn="l" defTabSz="755650">
            <a:lnSpc>
              <a:spcPct val="90000"/>
            </a:lnSpc>
            <a:spcBef>
              <a:spcPct val="0"/>
            </a:spcBef>
            <a:spcAft>
              <a:spcPct val="15000"/>
            </a:spcAft>
            <a:buNone/>
          </a:pPr>
          <a:r>
            <a:rPr lang="en-US" sz="1700" kern="1200" dirty="0"/>
            <a:t>Outputs probability of each possible</a:t>
          </a:r>
        </a:p>
        <a:p>
          <a:pPr marL="171450" lvl="1" indent="-171450" algn="l" defTabSz="755650">
            <a:lnSpc>
              <a:spcPct val="90000"/>
            </a:lnSpc>
            <a:spcBef>
              <a:spcPct val="0"/>
            </a:spcBef>
            <a:spcAft>
              <a:spcPct val="15000"/>
            </a:spcAft>
            <a:buNone/>
          </a:pPr>
          <a:r>
            <a:rPr lang="en-US" sz="1700" kern="1200" dirty="0"/>
            <a:t>result given Swing</a:t>
          </a:r>
        </a:p>
        <a:p>
          <a:pPr marL="171450" lvl="1" indent="-171450" algn="l" defTabSz="755650">
            <a:lnSpc>
              <a:spcPct val="90000"/>
            </a:lnSpc>
            <a:spcBef>
              <a:spcPct val="0"/>
            </a:spcBef>
            <a:spcAft>
              <a:spcPct val="15000"/>
            </a:spcAft>
            <a:buChar char="•"/>
          </a:pPr>
          <a:endParaRPr lang="en-US" sz="1700" kern="1200" dirty="0"/>
        </a:p>
        <a:p>
          <a:pPr marL="171450" lvl="1" indent="-171450" algn="l" defTabSz="755650">
            <a:lnSpc>
              <a:spcPct val="90000"/>
            </a:lnSpc>
            <a:spcBef>
              <a:spcPct val="0"/>
            </a:spcBef>
            <a:spcAft>
              <a:spcPct val="15000"/>
            </a:spcAft>
            <a:buNone/>
          </a:pPr>
          <a:r>
            <a:rPr lang="en-US" sz="1700" kern="1200" dirty="0"/>
            <a:t>Maps to the expected run value of each</a:t>
          </a:r>
        </a:p>
        <a:p>
          <a:pPr marL="171450" lvl="1" indent="-171450" algn="l" defTabSz="755650">
            <a:lnSpc>
              <a:spcPct val="90000"/>
            </a:lnSpc>
            <a:spcBef>
              <a:spcPct val="0"/>
            </a:spcBef>
            <a:spcAft>
              <a:spcPct val="15000"/>
            </a:spcAft>
            <a:buNone/>
          </a:pPr>
          <a:r>
            <a:rPr lang="en-US" sz="1700" kern="1200" dirty="0"/>
            <a:t>result and sums to a final expected run</a:t>
          </a:r>
        </a:p>
        <a:p>
          <a:pPr marL="171450" lvl="1" indent="-171450" algn="l" defTabSz="755650">
            <a:lnSpc>
              <a:spcPct val="90000"/>
            </a:lnSpc>
            <a:spcBef>
              <a:spcPct val="0"/>
            </a:spcBef>
            <a:spcAft>
              <a:spcPct val="15000"/>
            </a:spcAft>
            <a:buNone/>
          </a:pPr>
          <a:r>
            <a:rPr lang="en-US" sz="1700" kern="1200" dirty="0"/>
            <a:t>value</a:t>
          </a:r>
        </a:p>
      </dsp:txBody>
      <dsp:txXfrm>
        <a:off x="0" y="399780"/>
        <a:ext cx="4828172" cy="2141999"/>
      </dsp:txXfrm>
    </dsp:sp>
    <dsp:sp modelId="{F064381E-4C74-CA4A-8D44-E10A11F075FD}">
      <dsp:nvSpPr>
        <dsp:cNvPr id="0" name=""/>
        <dsp:cNvSpPr/>
      </dsp:nvSpPr>
      <dsp:spPr>
        <a:xfrm>
          <a:off x="241408" y="148860"/>
          <a:ext cx="3379720" cy="50184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745" tIns="0" rIns="127745" bIns="0" numCol="1" spcCol="1270" anchor="ctr" anchorCtr="0">
          <a:noAutofit/>
        </a:bodyPr>
        <a:lstStyle/>
        <a:p>
          <a:pPr marL="0" lvl="0" indent="0" algn="l" defTabSz="755650">
            <a:lnSpc>
              <a:spcPct val="90000"/>
            </a:lnSpc>
            <a:spcBef>
              <a:spcPct val="0"/>
            </a:spcBef>
            <a:spcAft>
              <a:spcPct val="35000"/>
            </a:spcAft>
            <a:buNone/>
          </a:pPr>
          <a:r>
            <a:rPr lang="en-US" sz="1700" b="1" kern="1200"/>
            <a:t>Swing Value</a:t>
          </a:r>
          <a:endParaRPr lang="en-US" sz="1700" kern="1200"/>
        </a:p>
      </dsp:txBody>
      <dsp:txXfrm>
        <a:off x="265906" y="173358"/>
        <a:ext cx="3330724" cy="452844"/>
      </dsp:txXfrm>
    </dsp:sp>
    <dsp:sp modelId="{882EA658-440A-CB47-A48F-E11629CB273E}">
      <dsp:nvSpPr>
        <dsp:cNvPr id="0" name=""/>
        <dsp:cNvSpPr/>
      </dsp:nvSpPr>
      <dsp:spPr>
        <a:xfrm>
          <a:off x="0" y="2884500"/>
          <a:ext cx="4828172" cy="990675"/>
        </a:xfrm>
        <a:prstGeom prst="rect">
          <a:avLst/>
        </a:prstGeom>
        <a:solidFill>
          <a:schemeClr val="lt1">
            <a:alpha val="90000"/>
            <a:hueOff val="0"/>
            <a:satOff val="0"/>
            <a:lumOff val="0"/>
            <a:alphaOff val="0"/>
          </a:schemeClr>
        </a:solidFill>
        <a:ln w="19050" cap="flat" cmpd="sng" algn="ctr">
          <a:solidFill>
            <a:schemeClr val="accent2">
              <a:hueOff val="3221806"/>
              <a:satOff val="-9246"/>
              <a:lumOff val="-1480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74720" tIns="354076" rIns="374720" bIns="120904" numCol="1" spcCol="1270" anchor="t" anchorCtr="0">
          <a:noAutofit/>
        </a:bodyPr>
        <a:lstStyle/>
        <a:p>
          <a:pPr marL="171450" lvl="1" indent="-171450" algn="l" defTabSz="755650">
            <a:lnSpc>
              <a:spcPct val="90000"/>
            </a:lnSpc>
            <a:spcBef>
              <a:spcPct val="0"/>
            </a:spcBef>
            <a:spcAft>
              <a:spcPct val="15000"/>
            </a:spcAft>
            <a:buNone/>
          </a:pPr>
          <a:r>
            <a:rPr lang="en-US" sz="1700" kern="1200" dirty="0"/>
            <a:t>Likelihood the average batter will swing at</a:t>
          </a:r>
        </a:p>
        <a:p>
          <a:pPr marL="171450" lvl="1" indent="-171450" algn="l" defTabSz="755650">
            <a:lnSpc>
              <a:spcPct val="90000"/>
            </a:lnSpc>
            <a:spcBef>
              <a:spcPct val="0"/>
            </a:spcBef>
            <a:spcAft>
              <a:spcPct val="15000"/>
            </a:spcAft>
            <a:buNone/>
          </a:pPr>
          <a:r>
            <a:rPr lang="en-US" sz="1700" kern="1200" dirty="0"/>
            <a:t>a pitch, based on pitch characteristics</a:t>
          </a:r>
        </a:p>
      </dsp:txBody>
      <dsp:txXfrm>
        <a:off x="0" y="2884500"/>
        <a:ext cx="4828172" cy="990675"/>
      </dsp:txXfrm>
    </dsp:sp>
    <dsp:sp modelId="{0B2E4CED-D8FE-DC48-A0AF-A20783A29A78}">
      <dsp:nvSpPr>
        <dsp:cNvPr id="0" name=""/>
        <dsp:cNvSpPr/>
      </dsp:nvSpPr>
      <dsp:spPr>
        <a:xfrm>
          <a:off x="241408" y="2633580"/>
          <a:ext cx="3379720" cy="501840"/>
        </a:xfrm>
        <a:prstGeom prst="roundRect">
          <a:avLst/>
        </a:prstGeom>
        <a:solidFill>
          <a:schemeClr val="accent2">
            <a:hueOff val="3221806"/>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745" tIns="0" rIns="127745" bIns="0" numCol="1" spcCol="1270" anchor="ctr" anchorCtr="0">
          <a:noAutofit/>
        </a:bodyPr>
        <a:lstStyle/>
        <a:p>
          <a:pPr marL="0" lvl="0" indent="0" algn="l" defTabSz="755650">
            <a:lnSpc>
              <a:spcPct val="90000"/>
            </a:lnSpc>
            <a:spcBef>
              <a:spcPct val="0"/>
            </a:spcBef>
            <a:spcAft>
              <a:spcPct val="35000"/>
            </a:spcAft>
            <a:buNone/>
          </a:pPr>
          <a:r>
            <a:rPr lang="en-US" sz="1700" b="1" kern="1200"/>
            <a:t>Swing Prob.</a:t>
          </a:r>
          <a:endParaRPr lang="en-US" sz="1700" kern="1200"/>
        </a:p>
      </dsp:txBody>
      <dsp:txXfrm>
        <a:off x="265906" y="2658078"/>
        <a:ext cx="3330724" cy="452844"/>
      </dsp:txXfrm>
    </dsp:sp>
    <dsp:sp modelId="{8844667C-41DA-EB49-ADF6-DE8D5A9BDF6E}">
      <dsp:nvSpPr>
        <dsp:cNvPr id="0" name=""/>
        <dsp:cNvSpPr/>
      </dsp:nvSpPr>
      <dsp:spPr>
        <a:xfrm>
          <a:off x="0" y="4217895"/>
          <a:ext cx="4828172" cy="1285199"/>
        </a:xfrm>
        <a:prstGeom prst="rect">
          <a:avLst/>
        </a:prstGeom>
        <a:solidFill>
          <a:schemeClr val="lt1">
            <a:alpha val="90000"/>
            <a:hueOff val="0"/>
            <a:satOff val="0"/>
            <a:lumOff val="0"/>
            <a:alphaOff val="0"/>
          </a:schemeClr>
        </a:solidFill>
        <a:ln w="19050" cap="flat" cmpd="sng" algn="ctr">
          <a:solidFill>
            <a:schemeClr val="accent2">
              <a:hueOff val="6443612"/>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74720" tIns="354076" rIns="374720" bIns="120904" numCol="1" spcCol="1270" anchor="t" anchorCtr="0">
          <a:noAutofit/>
        </a:bodyPr>
        <a:lstStyle/>
        <a:p>
          <a:pPr marL="171450" lvl="1" indent="-171450" algn="l" defTabSz="755650">
            <a:lnSpc>
              <a:spcPct val="90000"/>
            </a:lnSpc>
            <a:spcBef>
              <a:spcPct val="0"/>
            </a:spcBef>
            <a:spcAft>
              <a:spcPct val="15000"/>
            </a:spcAft>
            <a:buNone/>
          </a:pPr>
          <a:r>
            <a:rPr lang="en-US" sz="1700" kern="1200" dirty="0"/>
            <a:t>Odds pitch is called a strike based on the</a:t>
          </a:r>
        </a:p>
        <a:p>
          <a:pPr marL="171450" lvl="1" indent="-171450" algn="l" defTabSz="755650">
            <a:lnSpc>
              <a:spcPct val="90000"/>
            </a:lnSpc>
            <a:spcBef>
              <a:spcPct val="0"/>
            </a:spcBef>
            <a:spcAft>
              <a:spcPct val="15000"/>
            </a:spcAft>
            <a:buNone/>
          </a:pPr>
          <a:r>
            <a:rPr lang="en-US" sz="1700" kern="1200" dirty="0"/>
            <a:t>pitch location, given the player does not</a:t>
          </a:r>
        </a:p>
        <a:p>
          <a:pPr marL="171450" lvl="1" indent="-171450" algn="l" defTabSz="755650">
            <a:lnSpc>
              <a:spcPct val="90000"/>
            </a:lnSpc>
            <a:spcBef>
              <a:spcPct val="0"/>
            </a:spcBef>
            <a:spcAft>
              <a:spcPct val="15000"/>
            </a:spcAft>
            <a:buNone/>
          </a:pPr>
          <a:r>
            <a:rPr lang="en-US" sz="1700" kern="1200" dirty="0"/>
            <a:t>swing</a:t>
          </a:r>
        </a:p>
      </dsp:txBody>
      <dsp:txXfrm>
        <a:off x="0" y="4217895"/>
        <a:ext cx="4828172" cy="1285199"/>
      </dsp:txXfrm>
    </dsp:sp>
    <dsp:sp modelId="{3A52274C-F182-514D-B843-2298CC0204BF}">
      <dsp:nvSpPr>
        <dsp:cNvPr id="0" name=""/>
        <dsp:cNvSpPr/>
      </dsp:nvSpPr>
      <dsp:spPr>
        <a:xfrm>
          <a:off x="241408" y="3966975"/>
          <a:ext cx="3379720" cy="501840"/>
        </a:xfrm>
        <a:prstGeom prst="roundRect">
          <a:avLst/>
        </a:prstGeom>
        <a:solidFill>
          <a:schemeClr val="accent2">
            <a:hueOff val="6443612"/>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745" tIns="0" rIns="127745" bIns="0" numCol="1" spcCol="1270" anchor="ctr" anchorCtr="0">
          <a:noAutofit/>
        </a:bodyPr>
        <a:lstStyle/>
        <a:p>
          <a:pPr marL="0" lvl="0" indent="0" algn="l" defTabSz="755650">
            <a:lnSpc>
              <a:spcPct val="90000"/>
            </a:lnSpc>
            <a:spcBef>
              <a:spcPct val="0"/>
            </a:spcBef>
            <a:spcAft>
              <a:spcPct val="35000"/>
            </a:spcAft>
            <a:buNone/>
          </a:pPr>
          <a:r>
            <a:rPr lang="en-US" sz="1700" b="1" kern="1200"/>
            <a:t>Called Strike Prob.</a:t>
          </a:r>
          <a:endParaRPr lang="en-US" sz="1700" kern="1200"/>
        </a:p>
      </dsp:txBody>
      <dsp:txXfrm>
        <a:off x="265906" y="3991473"/>
        <a:ext cx="3330724" cy="45284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89E2E5-E657-884B-82A9-B7E559068C7F}">
      <dsp:nvSpPr>
        <dsp:cNvPr id="0" name=""/>
        <dsp:cNvSpPr/>
      </dsp:nvSpPr>
      <dsp:spPr>
        <a:xfrm>
          <a:off x="0" y="344947"/>
          <a:ext cx="4828172" cy="1020600"/>
        </a:xfrm>
        <a:prstGeom prst="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74720" tIns="374904" rIns="374720" bIns="128016" numCol="1" spcCol="1270" anchor="t" anchorCtr="0">
          <a:noAutofit/>
        </a:bodyPr>
        <a:lstStyle/>
        <a:p>
          <a:pPr marL="171450" lvl="1" indent="-171450" algn="l" defTabSz="800100">
            <a:lnSpc>
              <a:spcPct val="90000"/>
            </a:lnSpc>
            <a:spcBef>
              <a:spcPct val="0"/>
            </a:spcBef>
            <a:spcAft>
              <a:spcPct val="15000"/>
            </a:spcAft>
            <a:buNone/>
          </a:pPr>
          <a:r>
            <a:rPr lang="en-US" sz="1800" kern="1200" dirty="0"/>
            <a:t>Outputs </a:t>
          </a:r>
          <a:r>
            <a:rPr lang="en-US" sz="1800" kern="1200" dirty="0">
              <a:solidFill>
                <a:schemeClr val="tx2"/>
              </a:solidFill>
            </a:rPr>
            <a:t>Run-Value of a Ball, acknowledging the count</a:t>
          </a:r>
          <a:endParaRPr lang="en-US" sz="1800" kern="1200" dirty="0"/>
        </a:p>
      </dsp:txBody>
      <dsp:txXfrm>
        <a:off x="0" y="344947"/>
        <a:ext cx="4828172" cy="1020600"/>
      </dsp:txXfrm>
    </dsp:sp>
    <dsp:sp modelId="{F064381E-4C74-CA4A-8D44-E10A11F075FD}">
      <dsp:nvSpPr>
        <dsp:cNvPr id="0" name=""/>
        <dsp:cNvSpPr/>
      </dsp:nvSpPr>
      <dsp:spPr>
        <a:xfrm>
          <a:off x="241408" y="79267"/>
          <a:ext cx="3379720" cy="53136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745" tIns="0" rIns="127745" bIns="0" numCol="1" spcCol="1270" anchor="ctr" anchorCtr="0">
          <a:noAutofit/>
        </a:bodyPr>
        <a:lstStyle/>
        <a:p>
          <a:pPr marL="0" lvl="0" indent="0" algn="l" defTabSz="800100">
            <a:lnSpc>
              <a:spcPct val="90000"/>
            </a:lnSpc>
            <a:spcBef>
              <a:spcPct val="0"/>
            </a:spcBef>
            <a:spcAft>
              <a:spcPct val="35000"/>
            </a:spcAft>
            <a:buNone/>
          </a:pPr>
          <a:r>
            <a:rPr lang="en-US" sz="1800" b="1" kern="1200" dirty="0"/>
            <a:t>Ball Value</a:t>
          </a:r>
        </a:p>
      </dsp:txBody>
      <dsp:txXfrm>
        <a:off x="267347" y="105206"/>
        <a:ext cx="3327842" cy="479482"/>
      </dsp:txXfrm>
    </dsp:sp>
    <dsp:sp modelId="{882EA658-440A-CB47-A48F-E11629CB273E}">
      <dsp:nvSpPr>
        <dsp:cNvPr id="0" name=""/>
        <dsp:cNvSpPr/>
      </dsp:nvSpPr>
      <dsp:spPr>
        <a:xfrm>
          <a:off x="0" y="1728427"/>
          <a:ext cx="4828172" cy="1020600"/>
        </a:xfrm>
        <a:prstGeom prst="rect">
          <a:avLst/>
        </a:prstGeom>
        <a:solidFill>
          <a:schemeClr val="lt1">
            <a:alpha val="90000"/>
            <a:hueOff val="0"/>
            <a:satOff val="0"/>
            <a:lumOff val="0"/>
            <a:alphaOff val="0"/>
          </a:schemeClr>
        </a:solidFill>
        <a:ln w="19050" cap="flat" cmpd="sng" algn="ctr">
          <a:solidFill>
            <a:schemeClr val="accent2">
              <a:hueOff val="2147871"/>
              <a:satOff val="-6164"/>
              <a:lumOff val="-987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74720" tIns="374904" rIns="374720" bIns="128016" numCol="1" spcCol="1270" anchor="t" anchorCtr="0">
          <a:noAutofit/>
        </a:bodyPr>
        <a:lstStyle/>
        <a:p>
          <a:pPr marL="171450" lvl="1" indent="-171450" algn="l" defTabSz="800100">
            <a:lnSpc>
              <a:spcPct val="90000"/>
            </a:lnSpc>
            <a:spcBef>
              <a:spcPct val="0"/>
            </a:spcBef>
            <a:spcAft>
              <a:spcPct val="15000"/>
            </a:spcAft>
            <a:buNone/>
          </a:pPr>
          <a:r>
            <a:rPr lang="en-US" sz="1800" kern="1200" dirty="0">
              <a:solidFill>
                <a:schemeClr val="tx2"/>
              </a:solidFill>
            </a:rPr>
            <a:t>Run-Value of a Strike, acknowledging the count</a:t>
          </a:r>
          <a:endParaRPr lang="en-US" sz="1800" kern="1200" dirty="0"/>
        </a:p>
      </dsp:txBody>
      <dsp:txXfrm>
        <a:off x="0" y="1728427"/>
        <a:ext cx="4828172" cy="1020600"/>
      </dsp:txXfrm>
    </dsp:sp>
    <dsp:sp modelId="{0B2E4CED-D8FE-DC48-A0AF-A20783A29A78}">
      <dsp:nvSpPr>
        <dsp:cNvPr id="0" name=""/>
        <dsp:cNvSpPr/>
      </dsp:nvSpPr>
      <dsp:spPr>
        <a:xfrm>
          <a:off x="241408" y="1462747"/>
          <a:ext cx="3379720" cy="531360"/>
        </a:xfrm>
        <a:prstGeom prst="roundRect">
          <a:avLst/>
        </a:prstGeom>
        <a:solidFill>
          <a:schemeClr val="accent2">
            <a:hueOff val="2147871"/>
            <a:satOff val="-6164"/>
            <a:lumOff val="-987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745" tIns="0" rIns="127745" bIns="0" numCol="1" spcCol="1270" anchor="ctr" anchorCtr="0">
          <a:noAutofit/>
        </a:bodyPr>
        <a:lstStyle/>
        <a:p>
          <a:pPr marL="0" lvl="0" indent="0" algn="l" defTabSz="800100">
            <a:lnSpc>
              <a:spcPct val="90000"/>
            </a:lnSpc>
            <a:spcBef>
              <a:spcPct val="0"/>
            </a:spcBef>
            <a:spcAft>
              <a:spcPct val="35000"/>
            </a:spcAft>
            <a:buNone/>
          </a:pPr>
          <a:r>
            <a:rPr lang="en-US" sz="1800" b="1" kern="1200" dirty="0"/>
            <a:t>Strike Value</a:t>
          </a:r>
        </a:p>
      </dsp:txBody>
      <dsp:txXfrm>
        <a:off x="267347" y="1488686"/>
        <a:ext cx="3327842" cy="479482"/>
      </dsp:txXfrm>
    </dsp:sp>
    <dsp:sp modelId="{17CAB9DE-5481-A94F-925F-75E224543B01}">
      <dsp:nvSpPr>
        <dsp:cNvPr id="0" name=""/>
        <dsp:cNvSpPr/>
      </dsp:nvSpPr>
      <dsp:spPr>
        <a:xfrm>
          <a:off x="0" y="3111907"/>
          <a:ext cx="4828172" cy="1020600"/>
        </a:xfrm>
        <a:prstGeom prst="rect">
          <a:avLst/>
        </a:prstGeom>
        <a:solidFill>
          <a:schemeClr val="lt1">
            <a:alpha val="90000"/>
            <a:hueOff val="0"/>
            <a:satOff val="0"/>
            <a:lumOff val="0"/>
            <a:alphaOff val="0"/>
          </a:schemeClr>
        </a:solidFill>
        <a:ln w="19050" cap="flat" cmpd="sng" algn="ctr">
          <a:solidFill>
            <a:schemeClr val="accent2">
              <a:hueOff val="4295742"/>
              <a:satOff val="-12329"/>
              <a:lumOff val="-1973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74720" tIns="374904" rIns="374720" bIns="128016" numCol="1" spcCol="1270" anchor="t" anchorCtr="0">
          <a:noAutofit/>
        </a:bodyPr>
        <a:lstStyle/>
        <a:p>
          <a:pPr marL="171450" lvl="1" indent="-171450" algn="l" defTabSz="800100">
            <a:lnSpc>
              <a:spcPct val="90000"/>
            </a:lnSpc>
            <a:spcBef>
              <a:spcPct val="0"/>
            </a:spcBef>
            <a:spcAft>
              <a:spcPct val="15000"/>
            </a:spcAft>
            <a:buNone/>
          </a:pPr>
          <a14:m xmlns:a14="http://schemas.microsoft.com/office/drawing/2010/main">
            <m:oMath xmlns:m="http://schemas.openxmlformats.org/officeDocument/2006/math">
              <m:r>
                <a:rPr lang="en-US" sz="1800" b="0" i="1" kern="1200" smtClean="0">
                  <a:solidFill>
                    <a:schemeClr val="tx2"/>
                  </a:solidFill>
                  <a:latin typeface="Cambria Math" panose="02040503050406030204" pitchFamily="18" charset="0"/>
                </a:rPr>
                <m:t>𝑆𝑡𝑟𝑖𝑘𝑒</m:t>
              </m:r>
              <m:r>
                <a:rPr lang="en-US" sz="1800" b="0" i="1" kern="1200" smtClean="0">
                  <a:solidFill>
                    <a:schemeClr val="tx2"/>
                  </a:solidFill>
                  <a:latin typeface="Cambria Math" panose="02040503050406030204" pitchFamily="18" charset="0"/>
                </a:rPr>
                <m:t> </m:t>
              </m:r>
              <m:r>
                <a:rPr lang="en-US" sz="1800" b="0" i="1" kern="1200" smtClean="0">
                  <a:solidFill>
                    <a:schemeClr val="tx2"/>
                  </a:solidFill>
                  <a:latin typeface="Cambria Math" panose="02040503050406030204" pitchFamily="18" charset="0"/>
                </a:rPr>
                <m:t>𝑉𝑎𝑙𝑢𝑒</m:t>
              </m:r>
              <m:r>
                <a:rPr lang="en-US" sz="1800" b="0" i="1" kern="1200" smtClean="0">
                  <a:solidFill>
                    <a:schemeClr val="tx2"/>
                  </a:solidFill>
                  <a:latin typeface="Cambria Math" panose="02040503050406030204" pitchFamily="18" charset="0"/>
                </a:rPr>
                <m:t> ∗</m:t>
              </m:r>
              <m:r>
                <a:rPr lang="en-US" sz="1800" b="0" i="1" kern="1200" smtClean="0">
                  <a:solidFill>
                    <a:schemeClr val="tx2"/>
                  </a:solidFill>
                  <a:latin typeface="Cambria Math" panose="02040503050406030204" pitchFamily="18" charset="0"/>
                </a:rPr>
                <m:t>𝑆𝑡𝑟𝑖𝑘𝑒</m:t>
              </m:r>
              <m:r>
                <a:rPr lang="en-US" sz="1800" b="0" i="1" kern="1200" smtClean="0">
                  <a:solidFill>
                    <a:schemeClr val="tx2"/>
                  </a:solidFill>
                  <a:latin typeface="Cambria Math" panose="02040503050406030204" pitchFamily="18" charset="0"/>
                </a:rPr>
                <m:t> </m:t>
              </m:r>
              <m:r>
                <a:rPr lang="en-US" sz="1800" b="0" i="1" kern="1200" smtClean="0">
                  <a:solidFill>
                    <a:schemeClr val="tx2"/>
                  </a:solidFill>
                  <a:latin typeface="Cambria Math" panose="02040503050406030204" pitchFamily="18" charset="0"/>
                </a:rPr>
                <m:t>𝑃𝑟𝑜𝑏</m:t>
              </m:r>
              <m:r>
                <a:rPr lang="en-US" sz="1800" b="0" i="1" kern="1200" smtClean="0">
                  <a:solidFill>
                    <a:schemeClr val="tx2"/>
                  </a:solidFill>
                  <a:latin typeface="Cambria Math" panose="02040503050406030204" pitchFamily="18" charset="0"/>
                </a:rPr>
                <m:t>. +</m:t>
              </m:r>
            </m:oMath>
          </a14:m>
          <a:r>
            <a:rPr lang="en-US" sz="1800" b="0" i="1" kern="1200" dirty="0">
              <a:solidFill>
                <a:schemeClr val="tx2"/>
              </a:solidFill>
              <a:latin typeface="Cambria Math" panose="02040503050406030204" pitchFamily="18" charset="0"/>
            </a:rPr>
            <a:t> </a:t>
          </a:r>
          <a14:m xmlns:a14="http://schemas.microsoft.com/office/drawing/2010/main">
            <m:oMath xmlns:m="http://schemas.openxmlformats.org/officeDocument/2006/math">
              <m:r>
                <a:rPr lang="en-US" sz="1800" b="0" i="1" kern="1200" smtClean="0">
                  <a:solidFill>
                    <a:schemeClr val="tx2"/>
                  </a:solidFill>
                  <a:latin typeface="Cambria Math" panose="02040503050406030204" pitchFamily="18" charset="0"/>
                </a:rPr>
                <m:t>𝐵𝑎𝑙𝑙</m:t>
              </m:r>
              <m:r>
                <a:rPr lang="en-US" sz="1800" b="0" i="1" kern="1200" smtClean="0">
                  <a:solidFill>
                    <a:schemeClr val="tx2"/>
                  </a:solidFill>
                  <a:latin typeface="Cambria Math" panose="02040503050406030204" pitchFamily="18" charset="0"/>
                </a:rPr>
                <m:t> </m:t>
              </m:r>
              <m:r>
                <a:rPr lang="en-US" sz="1800" b="0" i="1" kern="1200" smtClean="0">
                  <a:solidFill>
                    <a:schemeClr val="tx2"/>
                  </a:solidFill>
                  <a:latin typeface="Cambria Math" panose="02040503050406030204" pitchFamily="18" charset="0"/>
                </a:rPr>
                <m:t>𝑉𝑎𝑙𝑢𝑒</m:t>
              </m:r>
              <m:r>
                <a:rPr lang="en-US" sz="1800" b="0" i="1" kern="1200" smtClean="0">
                  <a:solidFill>
                    <a:schemeClr val="tx2"/>
                  </a:solidFill>
                  <a:latin typeface="Cambria Math" panose="02040503050406030204" pitchFamily="18" charset="0"/>
                </a:rPr>
                <m:t>∗</m:t>
              </m:r>
              <m:r>
                <a:rPr lang="en-US" sz="1800" b="0" i="1" kern="1200" smtClean="0">
                  <a:solidFill>
                    <a:schemeClr val="tx2"/>
                  </a:solidFill>
                  <a:latin typeface="Cambria Math" panose="02040503050406030204" pitchFamily="18" charset="0"/>
                </a:rPr>
                <m:t>𝐵𝑎𝑙𝑙</m:t>
              </m:r>
              <m:r>
                <a:rPr lang="en-US" sz="1800" b="0" i="1" kern="1200" smtClean="0">
                  <a:solidFill>
                    <a:schemeClr val="tx2"/>
                  </a:solidFill>
                  <a:latin typeface="Cambria Math" panose="02040503050406030204" pitchFamily="18" charset="0"/>
                </a:rPr>
                <m:t> </m:t>
              </m:r>
              <m:r>
                <a:rPr lang="en-US" sz="1800" b="0" i="1" kern="1200" smtClean="0">
                  <a:solidFill>
                    <a:schemeClr val="tx2"/>
                  </a:solidFill>
                  <a:latin typeface="Cambria Math" panose="02040503050406030204" pitchFamily="18" charset="0"/>
                </a:rPr>
                <m:t>𝑃𝑟𝑜𝑏</m:t>
              </m:r>
              <m:r>
                <a:rPr lang="en-US" sz="1800" b="0" i="1" kern="1200" smtClean="0">
                  <a:solidFill>
                    <a:schemeClr val="tx2"/>
                  </a:solidFill>
                  <a:latin typeface="Cambria Math" panose="02040503050406030204" pitchFamily="18" charset="0"/>
                </a:rPr>
                <m:t>.</m:t>
              </m:r>
            </m:oMath>
          </a14:m>
          <a:endParaRPr lang="en-US" sz="1800" b="0" kern="1200" dirty="0">
            <a:solidFill>
              <a:schemeClr val="tx2"/>
            </a:solidFill>
          </a:endParaRPr>
        </a:p>
      </dsp:txBody>
      <dsp:txXfrm>
        <a:off x="0" y="3111907"/>
        <a:ext cx="4828172" cy="1020600"/>
      </dsp:txXfrm>
    </dsp:sp>
    <dsp:sp modelId="{A8D8CC0C-9D89-2E4A-9FBA-0F46A242D25C}">
      <dsp:nvSpPr>
        <dsp:cNvPr id="0" name=""/>
        <dsp:cNvSpPr/>
      </dsp:nvSpPr>
      <dsp:spPr>
        <a:xfrm>
          <a:off x="241408" y="2846227"/>
          <a:ext cx="3379720" cy="531360"/>
        </a:xfrm>
        <a:prstGeom prst="roundRect">
          <a:avLst/>
        </a:prstGeom>
        <a:solidFill>
          <a:schemeClr val="accent2">
            <a:hueOff val="4295742"/>
            <a:satOff val="-12329"/>
            <a:lumOff val="-1973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745" tIns="0" rIns="127745" bIns="0" numCol="1" spcCol="1270" anchor="ctr" anchorCtr="0">
          <a:noAutofit/>
        </a:bodyPr>
        <a:lstStyle/>
        <a:p>
          <a:pPr marL="0" lvl="0" indent="0" algn="l" defTabSz="800100">
            <a:lnSpc>
              <a:spcPct val="90000"/>
            </a:lnSpc>
            <a:spcBef>
              <a:spcPct val="0"/>
            </a:spcBef>
            <a:spcAft>
              <a:spcPct val="35000"/>
            </a:spcAft>
            <a:buNone/>
          </a:pPr>
          <a:r>
            <a:rPr lang="en-US" sz="1800" b="1" kern="1200" dirty="0"/>
            <a:t>Take Value</a:t>
          </a:r>
        </a:p>
      </dsp:txBody>
      <dsp:txXfrm>
        <a:off x="267347" y="2872166"/>
        <a:ext cx="3327842" cy="479482"/>
      </dsp:txXfrm>
    </dsp:sp>
    <dsp:sp modelId="{8844667C-41DA-EB49-ADF6-DE8D5A9BDF6E}">
      <dsp:nvSpPr>
        <dsp:cNvPr id="0" name=""/>
        <dsp:cNvSpPr/>
      </dsp:nvSpPr>
      <dsp:spPr>
        <a:xfrm>
          <a:off x="0" y="4495387"/>
          <a:ext cx="4828172" cy="1077299"/>
        </a:xfrm>
        <a:prstGeom prst="rect">
          <a:avLst/>
        </a:prstGeom>
        <a:solidFill>
          <a:schemeClr val="lt1">
            <a:alpha val="90000"/>
            <a:hueOff val="0"/>
            <a:satOff val="0"/>
            <a:lumOff val="0"/>
            <a:alphaOff val="0"/>
          </a:schemeClr>
        </a:solidFill>
        <a:ln w="19050" cap="flat" cmpd="sng" algn="ctr">
          <a:solidFill>
            <a:schemeClr val="accent2">
              <a:hueOff val="6443612"/>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74720" tIns="374904" rIns="374720" bIns="128016" numCol="1" spcCol="1270" anchor="t" anchorCtr="0">
          <a:noAutofit/>
        </a:bodyPr>
        <a:lstStyle/>
        <a:p>
          <a:pPr marL="171450" lvl="1" indent="-171450" algn="l" defTabSz="800100">
            <a:lnSpc>
              <a:spcPct val="90000"/>
            </a:lnSpc>
            <a:spcBef>
              <a:spcPct val="0"/>
            </a:spcBef>
            <a:spcAft>
              <a:spcPct val="15000"/>
            </a:spcAft>
            <a:buFont typeface="Arial" panose="020B0604020202020204" pitchFamily="34" charset="0"/>
            <a:buNone/>
          </a:pPr>
          <a:r>
            <a:rPr lang="en-US" sz="1800" b="0" kern="1200" dirty="0">
              <a:solidFill>
                <a:schemeClr val="bg1"/>
              </a:solidFill>
            </a:rPr>
            <a:t>.</a:t>
          </a:r>
          <a14:m xmlns:a14="http://schemas.microsoft.com/office/drawing/2010/main">
            <m:oMath xmlns:m="http://schemas.openxmlformats.org/officeDocument/2006/math">
              <m:r>
                <a:rPr lang="en-US" sz="1800" b="0" i="1" kern="1200" smtClean="0">
                  <a:solidFill>
                    <a:schemeClr val="tx2"/>
                  </a:solidFill>
                  <a:latin typeface="Cambria Math" panose="02040503050406030204" pitchFamily="18" charset="0"/>
                </a:rPr>
                <m:t>𝑆𝑤𝑖𝑛𝑔</m:t>
              </m:r>
              <m:r>
                <a:rPr lang="en-US" sz="1800" b="0" i="1" kern="1200" smtClean="0">
                  <a:solidFill>
                    <a:schemeClr val="tx2"/>
                  </a:solidFill>
                  <a:latin typeface="Cambria Math" panose="02040503050406030204" pitchFamily="18" charset="0"/>
                </a:rPr>
                <m:t> </m:t>
              </m:r>
              <m:r>
                <a:rPr lang="en-US" sz="1800" b="0" i="1" kern="1200" smtClean="0">
                  <a:solidFill>
                    <a:schemeClr val="tx2"/>
                  </a:solidFill>
                  <a:latin typeface="Cambria Math" panose="02040503050406030204" pitchFamily="18" charset="0"/>
                </a:rPr>
                <m:t>𝑃𝑟𝑜𝑏</m:t>
              </m:r>
              <m:r>
                <a:rPr lang="en-US" sz="1800" b="0" i="1" kern="1200" smtClean="0">
                  <a:solidFill>
                    <a:schemeClr val="tx2"/>
                  </a:solidFill>
                  <a:latin typeface="Cambria Math" panose="02040503050406030204" pitchFamily="18" charset="0"/>
                </a:rPr>
                <m:t>. ∗</m:t>
              </m:r>
              <m:r>
                <a:rPr lang="en-US" sz="1800" b="0" i="1" kern="1200" smtClean="0">
                  <a:solidFill>
                    <a:schemeClr val="tx2"/>
                  </a:solidFill>
                  <a:latin typeface="Cambria Math" panose="02040503050406030204" pitchFamily="18" charset="0"/>
                </a:rPr>
                <m:t>𝑆𝑤𝑖𝑛𝑔</m:t>
              </m:r>
              <m:r>
                <a:rPr lang="en-US" sz="1800" b="0" i="1" kern="1200" smtClean="0">
                  <a:solidFill>
                    <a:schemeClr val="tx2"/>
                  </a:solidFill>
                  <a:latin typeface="Cambria Math" panose="02040503050406030204" pitchFamily="18" charset="0"/>
                </a:rPr>
                <m:t> </m:t>
              </m:r>
              <m:r>
                <a:rPr lang="en-US" sz="1800" b="0" i="1" kern="1200" smtClean="0">
                  <a:solidFill>
                    <a:schemeClr val="tx2"/>
                  </a:solidFill>
                  <a:latin typeface="Cambria Math" panose="02040503050406030204" pitchFamily="18" charset="0"/>
                </a:rPr>
                <m:t>𝑉𝑎𝑙𝑢𝑒</m:t>
              </m:r>
              <m:r>
                <a:rPr lang="en-US" sz="1800" b="0" i="1" kern="1200" smtClean="0">
                  <a:solidFill>
                    <a:schemeClr val="tx2"/>
                  </a:solidFill>
                  <a:latin typeface="Cambria Math" panose="02040503050406030204" pitchFamily="18" charset="0"/>
                </a:rPr>
                <m:t>+</m:t>
              </m:r>
            </m:oMath>
          </a14:m>
          <a:endParaRPr lang="en-US" sz="1800" kern="1200" dirty="0"/>
        </a:p>
        <a:p>
          <a:pPr marL="171450" lvl="1" indent="-171450" algn="l" defTabSz="800100">
            <a:lnSpc>
              <a:spcPct val="90000"/>
            </a:lnSpc>
            <a:spcBef>
              <a:spcPct val="0"/>
            </a:spcBef>
            <a:spcAft>
              <a:spcPct val="15000"/>
            </a:spcAft>
            <a:buFont typeface="Arial" panose="020B0604020202020204" pitchFamily="34" charset="0"/>
            <a:buNone/>
          </a:pPr>
          <a:r>
            <a:rPr lang="en-US" sz="1800" b="0" kern="1200" dirty="0">
              <a:solidFill>
                <a:schemeClr val="bg1"/>
              </a:solidFill>
            </a:rPr>
            <a:t>.</a:t>
          </a:r>
          <a14:m xmlns:a14="http://schemas.microsoft.com/office/drawing/2010/main">
            <m:oMath xmlns:m="http://schemas.openxmlformats.org/officeDocument/2006/math">
              <m:r>
                <a:rPr lang="en-US" sz="1800" b="0" i="1" kern="1200" smtClean="0">
                  <a:solidFill>
                    <a:schemeClr val="tx2"/>
                  </a:solidFill>
                  <a:latin typeface="Cambria Math" panose="02040503050406030204" pitchFamily="18" charset="0"/>
                </a:rPr>
                <m:t>𝑇𝑎𝑘𝑒</m:t>
              </m:r>
              <m:r>
                <a:rPr lang="en-US" sz="1800" b="0" i="1" kern="1200" smtClean="0">
                  <a:solidFill>
                    <a:schemeClr val="tx2"/>
                  </a:solidFill>
                  <a:latin typeface="Cambria Math" panose="02040503050406030204" pitchFamily="18" charset="0"/>
                </a:rPr>
                <m:t> </m:t>
              </m:r>
              <m:r>
                <a:rPr lang="en-US" sz="1800" b="0" i="1" kern="1200" smtClean="0">
                  <a:solidFill>
                    <a:schemeClr val="tx2"/>
                  </a:solidFill>
                  <a:latin typeface="Cambria Math" panose="02040503050406030204" pitchFamily="18" charset="0"/>
                </a:rPr>
                <m:t>𝑉𝑎𝑙𝑢𝑒</m:t>
              </m:r>
              <m:r>
                <a:rPr lang="en-US" sz="1800" b="0" i="1" kern="1200" smtClean="0">
                  <a:solidFill>
                    <a:schemeClr val="tx2"/>
                  </a:solidFill>
                  <a:latin typeface="Cambria Math" panose="02040503050406030204" pitchFamily="18" charset="0"/>
                </a:rPr>
                <m:t> ∗(1−</m:t>
              </m:r>
              <m:r>
                <a:rPr lang="en-US" sz="1800" b="0" i="1" kern="1200" smtClean="0">
                  <a:solidFill>
                    <a:schemeClr val="tx2"/>
                  </a:solidFill>
                  <a:latin typeface="Cambria Math" panose="02040503050406030204" pitchFamily="18" charset="0"/>
                </a:rPr>
                <m:t>𝑆𝑤𝑖𝑛𝑔</m:t>
              </m:r>
              <m:r>
                <a:rPr lang="en-US" sz="1800" b="0" i="1" kern="1200" smtClean="0">
                  <a:solidFill>
                    <a:schemeClr val="tx2"/>
                  </a:solidFill>
                  <a:latin typeface="Cambria Math" panose="02040503050406030204" pitchFamily="18" charset="0"/>
                </a:rPr>
                <m:t> </m:t>
              </m:r>
              <m:r>
                <a:rPr lang="en-US" sz="1800" b="0" i="1" kern="1200" smtClean="0">
                  <a:solidFill>
                    <a:schemeClr val="tx2"/>
                  </a:solidFill>
                  <a:latin typeface="Cambria Math" panose="02040503050406030204" pitchFamily="18" charset="0"/>
                </a:rPr>
                <m:t>𝑃𝑟𝑜𝑏</m:t>
              </m:r>
              <m:r>
                <a:rPr lang="en-US" sz="1800" b="0" i="1" kern="1200" smtClean="0">
                  <a:solidFill>
                    <a:schemeClr val="tx2"/>
                  </a:solidFill>
                  <a:latin typeface="Cambria Math" panose="02040503050406030204" pitchFamily="18" charset="0"/>
                </a:rPr>
                <m:t>)</m:t>
              </m:r>
            </m:oMath>
          </a14:m>
          <a:endParaRPr lang="en-US" sz="1800" kern="1200" dirty="0"/>
        </a:p>
      </dsp:txBody>
      <dsp:txXfrm>
        <a:off x="0" y="4495387"/>
        <a:ext cx="4828172" cy="1077299"/>
      </dsp:txXfrm>
    </dsp:sp>
    <dsp:sp modelId="{3A52274C-F182-514D-B843-2298CC0204BF}">
      <dsp:nvSpPr>
        <dsp:cNvPr id="0" name=""/>
        <dsp:cNvSpPr/>
      </dsp:nvSpPr>
      <dsp:spPr>
        <a:xfrm>
          <a:off x="241408" y="4229707"/>
          <a:ext cx="3379720" cy="531360"/>
        </a:xfrm>
        <a:prstGeom prst="roundRect">
          <a:avLst/>
        </a:prstGeom>
        <a:solidFill>
          <a:schemeClr val="accent2">
            <a:hueOff val="6443612"/>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745" tIns="0" rIns="127745" bIns="0" numCol="1" spcCol="1270" anchor="ctr" anchorCtr="0">
          <a:noAutofit/>
        </a:bodyPr>
        <a:lstStyle/>
        <a:p>
          <a:pPr marL="0" lvl="0" indent="0" algn="l" defTabSz="800100">
            <a:lnSpc>
              <a:spcPct val="90000"/>
            </a:lnSpc>
            <a:spcBef>
              <a:spcPct val="0"/>
            </a:spcBef>
            <a:spcAft>
              <a:spcPct val="35000"/>
            </a:spcAft>
            <a:buNone/>
          </a:pPr>
          <a:r>
            <a:rPr lang="en-US" sz="1800" b="1" kern="1200" dirty="0"/>
            <a:t>Pitch Value</a:t>
          </a:r>
        </a:p>
      </dsp:txBody>
      <dsp:txXfrm>
        <a:off x="267347" y="4255646"/>
        <a:ext cx="3327842" cy="47948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FA13E0-CB38-8145-8F17-3CAD8A2E554C}">
      <dsp:nvSpPr>
        <dsp:cNvPr id="0" name=""/>
        <dsp:cNvSpPr/>
      </dsp:nvSpPr>
      <dsp:spPr>
        <a:xfrm>
          <a:off x="5874207" y="2765416"/>
          <a:ext cx="492382" cy="680048"/>
        </a:xfrm>
        <a:custGeom>
          <a:avLst/>
          <a:gdLst/>
          <a:ahLst/>
          <a:cxnLst/>
          <a:rect l="0" t="0" r="0" b="0"/>
          <a:pathLst>
            <a:path>
              <a:moveTo>
                <a:pt x="0" y="0"/>
              </a:moveTo>
              <a:lnTo>
                <a:pt x="0" y="680048"/>
              </a:lnTo>
              <a:lnTo>
                <a:pt x="492382" y="680048"/>
              </a:lnTo>
            </a:path>
          </a:pathLst>
        </a:custGeom>
        <a:noFill/>
        <a:ln w="1905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6AD4EF5-C04B-CC48-9F8A-E4959A0F92E3}">
      <dsp:nvSpPr>
        <dsp:cNvPr id="0" name=""/>
        <dsp:cNvSpPr/>
      </dsp:nvSpPr>
      <dsp:spPr>
        <a:xfrm>
          <a:off x="4296489" y="1186055"/>
          <a:ext cx="1577717" cy="455679"/>
        </a:xfrm>
        <a:custGeom>
          <a:avLst/>
          <a:gdLst/>
          <a:ahLst/>
          <a:cxnLst/>
          <a:rect l="0" t="0" r="0" b="0"/>
          <a:pathLst>
            <a:path>
              <a:moveTo>
                <a:pt x="0" y="0"/>
              </a:moveTo>
              <a:lnTo>
                <a:pt x="0" y="219705"/>
              </a:lnTo>
              <a:lnTo>
                <a:pt x="1577717" y="219705"/>
              </a:lnTo>
              <a:lnTo>
                <a:pt x="1577717" y="455679"/>
              </a:lnTo>
            </a:path>
          </a:pathLst>
        </a:custGeom>
        <a:noFill/>
        <a:ln w="1905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147DC6F-88CD-D14B-A04C-3B43858B0EB1}">
      <dsp:nvSpPr>
        <dsp:cNvPr id="0" name=""/>
        <dsp:cNvSpPr/>
      </dsp:nvSpPr>
      <dsp:spPr>
        <a:xfrm>
          <a:off x="2323039" y="2768027"/>
          <a:ext cx="91440" cy="604458"/>
        </a:xfrm>
        <a:custGeom>
          <a:avLst/>
          <a:gdLst/>
          <a:ahLst/>
          <a:cxnLst/>
          <a:rect l="0" t="0" r="0" b="0"/>
          <a:pathLst>
            <a:path>
              <a:moveTo>
                <a:pt x="125824" y="0"/>
              </a:moveTo>
              <a:lnTo>
                <a:pt x="125824" y="604458"/>
              </a:lnTo>
              <a:lnTo>
                <a:pt x="45720" y="604458"/>
              </a:lnTo>
            </a:path>
          </a:pathLst>
        </a:custGeom>
        <a:noFill/>
        <a:ln w="1905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16F11D8-C647-A44B-8B7C-11C737C9F093}">
      <dsp:nvSpPr>
        <dsp:cNvPr id="0" name=""/>
        <dsp:cNvSpPr/>
      </dsp:nvSpPr>
      <dsp:spPr>
        <a:xfrm>
          <a:off x="2448863" y="1186055"/>
          <a:ext cx="1847625" cy="458289"/>
        </a:xfrm>
        <a:custGeom>
          <a:avLst/>
          <a:gdLst/>
          <a:ahLst/>
          <a:cxnLst/>
          <a:rect l="0" t="0" r="0" b="0"/>
          <a:pathLst>
            <a:path>
              <a:moveTo>
                <a:pt x="1847625" y="0"/>
              </a:moveTo>
              <a:lnTo>
                <a:pt x="1847625" y="222316"/>
              </a:lnTo>
              <a:lnTo>
                <a:pt x="0" y="222316"/>
              </a:lnTo>
              <a:lnTo>
                <a:pt x="0" y="458289"/>
              </a:lnTo>
            </a:path>
          </a:pathLst>
        </a:custGeom>
        <a:noFill/>
        <a:ln w="1905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86B71E7-E3C4-394C-8E16-1CD98756A313}">
      <dsp:nvSpPr>
        <dsp:cNvPr id="0" name=""/>
        <dsp:cNvSpPr/>
      </dsp:nvSpPr>
      <dsp:spPr>
        <a:xfrm>
          <a:off x="3734648" y="62372"/>
          <a:ext cx="1123682" cy="1123682"/>
        </a:xfrm>
        <a:prstGeom prst="arc">
          <a:avLst>
            <a:gd name="adj1" fmla="val 13200000"/>
            <a:gd name="adj2" fmla="val 19200000"/>
          </a:avLst>
        </a:prstGeom>
        <a:noFill/>
        <a:ln w="1905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3E4F8E8-C7C7-9B4C-A649-0A30678F55E3}">
      <dsp:nvSpPr>
        <dsp:cNvPr id="0" name=""/>
        <dsp:cNvSpPr/>
      </dsp:nvSpPr>
      <dsp:spPr>
        <a:xfrm>
          <a:off x="3734648" y="62372"/>
          <a:ext cx="1123682" cy="1123682"/>
        </a:xfrm>
        <a:prstGeom prst="arc">
          <a:avLst>
            <a:gd name="adj1" fmla="val 2400000"/>
            <a:gd name="adj2" fmla="val 8400000"/>
          </a:avLst>
        </a:prstGeom>
        <a:noFill/>
        <a:ln w="1905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7309170-F0FE-644D-B70A-2836442C66DC}">
      <dsp:nvSpPr>
        <dsp:cNvPr id="0" name=""/>
        <dsp:cNvSpPr/>
      </dsp:nvSpPr>
      <dsp:spPr>
        <a:xfrm>
          <a:off x="3172807" y="264635"/>
          <a:ext cx="2247364" cy="719156"/>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t>Swing Decision Grade is:</a:t>
          </a:r>
        </a:p>
      </dsp:txBody>
      <dsp:txXfrm>
        <a:off x="3172807" y="264635"/>
        <a:ext cx="2247364" cy="719156"/>
      </dsp:txXfrm>
    </dsp:sp>
    <dsp:sp modelId="{FDC55191-8C40-B346-8A69-5C45D13CE905}">
      <dsp:nvSpPr>
        <dsp:cNvPr id="0" name=""/>
        <dsp:cNvSpPr/>
      </dsp:nvSpPr>
      <dsp:spPr>
        <a:xfrm>
          <a:off x="1887022" y="1644344"/>
          <a:ext cx="1123682" cy="1123682"/>
        </a:xfrm>
        <a:prstGeom prst="arc">
          <a:avLst>
            <a:gd name="adj1" fmla="val 13200000"/>
            <a:gd name="adj2" fmla="val 19200000"/>
          </a:avLst>
        </a:prstGeom>
        <a:noFill/>
        <a:ln w="1905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0E39B76-9FA7-FB47-816E-AE460CF3AE93}">
      <dsp:nvSpPr>
        <dsp:cNvPr id="0" name=""/>
        <dsp:cNvSpPr/>
      </dsp:nvSpPr>
      <dsp:spPr>
        <a:xfrm>
          <a:off x="1887022" y="1644344"/>
          <a:ext cx="1123682" cy="1123682"/>
        </a:xfrm>
        <a:prstGeom prst="arc">
          <a:avLst>
            <a:gd name="adj1" fmla="val 2400000"/>
            <a:gd name="adj2" fmla="val 8400000"/>
          </a:avLst>
        </a:prstGeom>
        <a:noFill/>
        <a:ln w="1905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6276E38-E8FC-1B45-9AE8-A27D7CFE47D2}">
      <dsp:nvSpPr>
        <dsp:cNvPr id="0" name=""/>
        <dsp:cNvSpPr/>
      </dsp:nvSpPr>
      <dsp:spPr>
        <a:xfrm>
          <a:off x="1325181" y="1846607"/>
          <a:ext cx="2247364" cy="719156"/>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t>If the hitter swings</a:t>
          </a:r>
        </a:p>
      </dsp:txBody>
      <dsp:txXfrm>
        <a:off x="1325181" y="1846607"/>
        <a:ext cx="2247364" cy="719156"/>
      </dsp:txXfrm>
    </dsp:sp>
    <dsp:sp modelId="{4F7981B9-804C-7E43-9E4A-BA4DA95488CC}">
      <dsp:nvSpPr>
        <dsp:cNvPr id="0" name=""/>
        <dsp:cNvSpPr/>
      </dsp:nvSpPr>
      <dsp:spPr>
        <a:xfrm>
          <a:off x="858246" y="3170222"/>
          <a:ext cx="1716492" cy="1123682"/>
        </a:xfrm>
        <a:prstGeom prst="arc">
          <a:avLst>
            <a:gd name="adj1" fmla="val 13200000"/>
            <a:gd name="adj2" fmla="val 19200000"/>
          </a:avLst>
        </a:prstGeom>
        <a:noFill/>
        <a:ln w="1905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CD2C8A9-8F7C-C74E-A4EE-DB58E02AABC0}">
      <dsp:nvSpPr>
        <dsp:cNvPr id="0" name=""/>
        <dsp:cNvSpPr/>
      </dsp:nvSpPr>
      <dsp:spPr>
        <a:xfrm>
          <a:off x="858246" y="3170222"/>
          <a:ext cx="1716492" cy="1123682"/>
        </a:xfrm>
        <a:prstGeom prst="arc">
          <a:avLst>
            <a:gd name="adj1" fmla="val 2400000"/>
            <a:gd name="adj2" fmla="val 8400000"/>
          </a:avLst>
        </a:prstGeom>
        <a:noFill/>
        <a:ln w="1905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5D498BB-60DB-1746-BA62-9414EDC92F40}">
      <dsp:nvSpPr>
        <dsp:cNvPr id="0" name=""/>
        <dsp:cNvSpPr/>
      </dsp:nvSpPr>
      <dsp:spPr>
        <a:xfrm>
          <a:off x="0" y="3372485"/>
          <a:ext cx="3432984" cy="719156"/>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t>Swing Value – Pitch Value </a:t>
          </a:r>
        </a:p>
      </dsp:txBody>
      <dsp:txXfrm>
        <a:off x="0" y="3372485"/>
        <a:ext cx="3432984" cy="719156"/>
      </dsp:txXfrm>
    </dsp:sp>
    <dsp:sp modelId="{F1343715-F18D-774E-90AF-B534FA86DC8C}">
      <dsp:nvSpPr>
        <dsp:cNvPr id="0" name=""/>
        <dsp:cNvSpPr/>
      </dsp:nvSpPr>
      <dsp:spPr>
        <a:xfrm>
          <a:off x="5312365" y="1641734"/>
          <a:ext cx="1123682" cy="1123682"/>
        </a:xfrm>
        <a:prstGeom prst="arc">
          <a:avLst>
            <a:gd name="adj1" fmla="val 13200000"/>
            <a:gd name="adj2" fmla="val 19200000"/>
          </a:avLst>
        </a:prstGeom>
        <a:noFill/>
        <a:ln w="1905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AE7CF2D-C34F-C745-ACF4-3F576A5C93A2}">
      <dsp:nvSpPr>
        <dsp:cNvPr id="0" name=""/>
        <dsp:cNvSpPr/>
      </dsp:nvSpPr>
      <dsp:spPr>
        <a:xfrm>
          <a:off x="5312365" y="1641734"/>
          <a:ext cx="1123682" cy="1123682"/>
        </a:xfrm>
        <a:prstGeom prst="arc">
          <a:avLst>
            <a:gd name="adj1" fmla="val 2400000"/>
            <a:gd name="adj2" fmla="val 8400000"/>
          </a:avLst>
        </a:prstGeom>
        <a:noFill/>
        <a:ln w="1905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8106AA2-031B-5445-B560-F167AF04F42E}">
      <dsp:nvSpPr>
        <dsp:cNvPr id="0" name=""/>
        <dsp:cNvSpPr/>
      </dsp:nvSpPr>
      <dsp:spPr>
        <a:xfrm>
          <a:off x="4750524" y="1843997"/>
          <a:ext cx="2247364" cy="719156"/>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t>If the Hitter Takes</a:t>
          </a:r>
        </a:p>
      </dsp:txBody>
      <dsp:txXfrm>
        <a:off x="4750524" y="1843997"/>
        <a:ext cx="2247364" cy="719156"/>
      </dsp:txXfrm>
    </dsp:sp>
    <dsp:sp modelId="{3946E9EF-BF63-EA4F-942F-0458C6EF3BA5}">
      <dsp:nvSpPr>
        <dsp:cNvPr id="0" name=""/>
        <dsp:cNvSpPr/>
      </dsp:nvSpPr>
      <dsp:spPr>
        <a:xfrm>
          <a:off x="6173089" y="3243202"/>
          <a:ext cx="1612495" cy="1123682"/>
        </a:xfrm>
        <a:prstGeom prst="arc">
          <a:avLst>
            <a:gd name="adj1" fmla="val 13200000"/>
            <a:gd name="adj2" fmla="val 19200000"/>
          </a:avLst>
        </a:prstGeom>
        <a:noFill/>
        <a:ln w="1905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5FB5D59-CC9E-C24F-96E5-7BAD50005887}">
      <dsp:nvSpPr>
        <dsp:cNvPr id="0" name=""/>
        <dsp:cNvSpPr/>
      </dsp:nvSpPr>
      <dsp:spPr>
        <a:xfrm>
          <a:off x="6173089" y="3243202"/>
          <a:ext cx="1612495" cy="1123682"/>
        </a:xfrm>
        <a:prstGeom prst="arc">
          <a:avLst>
            <a:gd name="adj1" fmla="val 2400000"/>
            <a:gd name="adj2" fmla="val 8400000"/>
          </a:avLst>
        </a:prstGeom>
        <a:noFill/>
        <a:ln w="1905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B9D8505-FABD-554D-BC56-5EB2181C3571}">
      <dsp:nvSpPr>
        <dsp:cNvPr id="0" name=""/>
        <dsp:cNvSpPr/>
      </dsp:nvSpPr>
      <dsp:spPr>
        <a:xfrm>
          <a:off x="5366842" y="3445465"/>
          <a:ext cx="3224990" cy="719156"/>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t>Take Value – Pitch Value</a:t>
          </a:r>
        </a:p>
      </dsp:txBody>
      <dsp:txXfrm>
        <a:off x="5366842" y="3445465"/>
        <a:ext cx="3224990" cy="71915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D7E44B-473E-DA47-9F1E-1B1C7F3F684A}">
      <dsp:nvSpPr>
        <dsp:cNvPr id="0" name=""/>
        <dsp:cNvSpPr/>
      </dsp:nvSpPr>
      <dsp:spPr>
        <a:xfrm>
          <a:off x="0" y="0"/>
          <a:ext cx="3862537" cy="1243430"/>
        </a:xfrm>
        <a:prstGeom prst="roundRect">
          <a:avLst>
            <a:gd name="adj" fmla="val 10000"/>
          </a:avLst>
        </a:prstGeom>
        <a:solidFill>
          <a:schemeClr val="bg2">
            <a:lumMod val="7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Swing Decision</a:t>
          </a:r>
        </a:p>
      </dsp:txBody>
      <dsp:txXfrm>
        <a:off x="36419" y="36419"/>
        <a:ext cx="2415709" cy="1170592"/>
      </dsp:txXfrm>
    </dsp:sp>
    <dsp:sp modelId="{D647F376-3ED7-C444-8F14-6F8C5021A998}">
      <dsp:nvSpPr>
        <dsp:cNvPr id="0" name=""/>
        <dsp:cNvSpPr/>
      </dsp:nvSpPr>
      <dsp:spPr>
        <a:xfrm>
          <a:off x="323487" y="1469508"/>
          <a:ext cx="3862537" cy="1243430"/>
        </a:xfrm>
        <a:prstGeom prst="roundRect">
          <a:avLst>
            <a:gd name="adj" fmla="val 10000"/>
          </a:avLst>
        </a:prstGeom>
        <a:solidFill>
          <a:schemeClr val="accent4"/>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Contact</a:t>
          </a:r>
        </a:p>
      </dsp:txBody>
      <dsp:txXfrm>
        <a:off x="359906" y="1505927"/>
        <a:ext cx="2657982" cy="1170592"/>
      </dsp:txXfrm>
    </dsp:sp>
    <dsp:sp modelId="{8A9C31B0-7674-BD44-BEEA-C4976B6AA018}">
      <dsp:nvSpPr>
        <dsp:cNvPr id="0" name=""/>
        <dsp:cNvSpPr/>
      </dsp:nvSpPr>
      <dsp:spPr>
        <a:xfrm>
          <a:off x="642146" y="2939016"/>
          <a:ext cx="3862537" cy="1243430"/>
        </a:xfrm>
        <a:prstGeom prst="roundRect">
          <a:avLst>
            <a:gd name="adj" fmla="val 10000"/>
          </a:avLst>
        </a:prstGeom>
        <a:solidFill>
          <a:schemeClr val="bg2">
            <a:lumMod val="7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Power</a:t>
          </a:r>
        </a:p>
      </dsp:txBody>
      <dsp:txXfrm>
        <a:off x="678565" y="2975435"/>
        <a:ext cx="2662810" cy="1170592"/>
      </dsp:txXfrm>
    </dsp:sp>
    <dsp:sp modelId="{C04B6330-8B49-A244-9A5D-6589B31C75D2}">
      <dsp:nvSpPr>
        <dsp:cNvPr id="0" name=""/>
        <dsp:cNvSpPr/>
      </dsp:nvSpPr>
      <dsp:spPr>
        <a:xfrm>
          <a:off x="965634" y="4408524"/>
          <a:ext cx="3862537" cy="1243430"/>
        </a:xfrm>
        <a:prstGeom prst="roundRect">
          <a:avLst>
            <a:gd name="adj" fmla="val 10000"/>
          </a:avLst>
        </a:prstGeom>
        <a:solidFill>
          <a:schemeClr val="bg2">
            <a:lumMod val="7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Speed</a:t>
          </a:r>
        </a:p>
      </dsp:txBody>
      <dsp:txXfrm>
        <a:off x="1002053" y="4444943"/>
        <a:ext cx="2657982" cy="1170592"/>
      </dsp:txXfrm>
    </dsp:sp>
    <dsp:sp modelId="{F902FCB0-1729-E342-BD30-37866290C699}">
      <dsp:nvSpPr>
        <dsp:cNvPr id="0" name=""/>
        <dsp:cNvSpPr/>
      </dsp:nvSpPr>
      <dsp:spPr>
        <a:xfrm>
          <a:off x="3054308" y="952354"/>
          <a:ext cx="808229" cy="808229"/>
        </a:xfrm>
        <a:prstGeom prst="downArrow">
          <a:avLst>
            <a:gd name="adj1" fmla="val 55000"/>
            <a:gd name="adj2" fmla="val 45000"/>
          </a:avLst>
        </a:prstGeom>
        <a:solidFill>
          <a:schemeClr val="accent5">
            <a:lumMod val="20000"/>
            <a:lumOff val="8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3236160" y="952354"/>
        <a:ext cx="444525" cy="608192"/>
      </dsp:txXfrm>
    </dsp:sp>
    <dsp:sp modelId="{91AC3CB0-74FF-DA4A-A612-88ECB9F5D953}">
      <dsp:nvSpPr>
        <dsp:cNvPr id="0" name=""/>
        <dsp:cNvSpPr/>
      </dsp:nvSpPr>
      <dsp:spPr>
        <a:xfrm>
          <a:off x="3377795" y="2421862"/>
          <a:ext cx="808229" cy="808229"/>
        </a:xfrm>
        <a:prstGeom prst="downArrow">
          <a:avLst>
            <a:gd name="adj1" fmla="val 55000"/>
            <a:gd name="adj2" fmla="val 45000"/>
          </a:avLst>
        </a:prstGeom>
        <a:solidFill>
          <a:schemeClr val="bg2">
            <a:lumMod val="75000"/>
          </a:schemeClr>
        </a:solidFill>
        <a:ln w="19050" cap="flat" cmpd="sng" algn="ctr">
          <a:solidFill>
            <a:schemeClr val="bg2">
              <a:lumMod val="5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3559647" y="2421862"/>
        <a:ext cx="444525" cy="608192"/>
      </dsp:txXfrm>
    </dsp:sp>
    <dsp:sp modelId="{E2B63BC3-2E04-E34E-A86B-328FDF6F7FF1}">
      <dsp:nvSpPr>
        <dsp:cNvPr id="0" name=""/>
        <dsp:cNvSpPr/>
      </dsp:nvSpPr>
      <dsp:spPr>
        <a:xfrm>
          <a:off x="3696454" y="3891371"/>
          <a:ext cx="808229" cy="808229"/>
        </a:xfrm>
        <a:prstGeom prst="downArrow">
          <a:avLst>
            <a:gd name="adj1" fmla="val 55000"/>
            <a:gd name="adj2" fmla="val 45000"/>
          </a:avLst>
        </a:prstGeom>
        <a:solidFill>
          <a:schemeClr val="bg2">
            <a:lumMod val="75000"/>
          </a:schemeClr>
        </a:solidFill>
        <a:ln w="19050" cap="flat" cmpd="sng" algn="ctr">
          <a:solidFill>
            <a:schemeClr val="bg2">
              <a:lumMod val="5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3878306" y="3891371"/>
        <a:ext cx="444525" cy="60819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D7E44B-473E-DA47-9F1E-1B1C7F3F684A}">
      <dsp:nvSpPr>
        <dsp:cNvPr id="0" name=""/>
        <dsp:cNvSpPr/>
      </dsp:nvSpPr>
      <dsp:spPr>
        <a:xfrm>
          <a:off x="0" y="0"/>
          <a:ext cx="3862537" cy="1243430"/>
        </a:xfrm>
        <a:prstGeom prst="roundRect">
          <a:avLst>
            <a:gd name="adj" fmla="val 10000"/>
          </a:avLst>
        </a:prstGeom>
        <a:solidFill>
          <a:schemeClr val="bg2">
            <a:lumMod val="7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Swing Decision</a:t>
          </a:r>
        </a:p>
      </dsp:txBody>
      <dsp:txXfrm>
        <a:off x="36419" y="36419"/>
        <a:ext cx="2415709" cy="1170592"/>
      </dsp:txXfrm>
    </dsp:sp>
    <dsp:sp modelId="{D647F376-3ED7-C444-8F14-6F8C5021A998}">
      <dsp:nvSpPr>
        <dsp:cNvPr id="0" name=""/>
        <dsp:cNvSpPr/>
      </dsp:nvSpPr>
      <dsp:spPr>
        <a:xfrm>
          <a:off x="323487" y="1469508"/>
          <a:ext cx="3862537" cy="1243430"/>
        </a:xfrm>
        <a:prstGeom prst="roundRect">
          <a:avLst>
            <a:gd name="adj" fmla="val 10000"/>
          </a:avLst>
        </a:prstGeom>
        <a:solidFill>
          <a:schemeClr val="bg2">
            <a:lumMod val="7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Contact</a:t>
          </a:r>
        </a:p>
      </dsp:txBody>
      <dsp:txXfrm>
        <a:off x="359906" y="1505927"/>
        <a:ext cx="2657982" cy="1170592"/>
      </dsp:txXfrm>
    </dsp:sp>
    <dsp:sp modelId="{8A9C31B0-7674-BD44-BEEA-C4976B6AA018}">
      <dsp:nvSpPr>
        <dsp:cNvPr id="0" name=""/>
        <dsp:cNvSpPr/>
      </dsp:nvSpPr>
      <dsp:spPr>
        <a:xfrm>
          <a:off x="642146" y="2939016"/>
          <a:ext cx="3862537" cy="1243430"/>
        </a:xfrm>
        <a:prstGeom prst="roundRect">
          <a:avLst>
            <a:gd name="adj" fmla="val 10000"/>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Power</a:t>
          </a:r>
        </a:p>
      </dsp:txBody>
      <dsp:txXfrm>
        <a:off x="678565" y="2975435"/>
        <a:ext cx="2662810" cy="1170592"/>
      </dsp:txXfrm>
    </dsp:sp>
    <dsp:sp modelId="{C04B6330-8B49-A244-9A5D-6589B31C75D2}">
      <dsp:nvSpPr>
        <dsp:cNvPr id="0" name=""/>
        <dsp:cNvSpPr/>
      </dsp:nvSpPr>
      <dsp:spPr>
        <a:xfrm>
          <a:off x="965634" y="4408524"/>
          <a:ext cx="3862537" cy="1243430"/>
        </a:xfrm>
        <a:prstGeom prst="roundRect">
          <a:avLst>
            <a:gd name="adj" fmla="val 10000"/>
          </a:avLst>
        </a:prstGeom>
        <a:solidFill>
          <a:schemeClr val="bg2">
            <a:lumMod val="7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Speed</a:t>
          </a:r>
        </a:p>
      </dsp:txBody>
      <dsp:txXfrm>
        <a:off x="1002053" y="4444943"/>
        <a:ext cx="2657982" cy="1170592"/>
      </dsp:txXfrm>
    </dsp:sp>
    <dsp:sp modelId="{F902FCB0-1729-E342-BD30-37866290C699}">
      <dsp:nvSpPr>
        <dsp:cNvPr id="0" name=""/>
        <dsp:cNvSpPr/>
      </dsp:nvSpPr>
      <dsp:spPr>
        <a:xfrm>
          <a:off x="3054308" y="952354"/>
          <a:ext cx="808229" cy="808229"/>
        </a:xfrm>
        <a:prstGeom prst="downArrow">
          <a:avLst>
            <a:gd name="adj1" fmla="val 55000"/>
            <a:gd name="adj2" fmla="val 45000"/>
          </a:avLst>
        </a:prstGeom>
        <a:solidFill>
          <a:schemeClr val="bg2">
            <a:lumMod val="75000"/>
          </a:schemeClr>
        </a:solidFill>
        <a:ln w="19050" cap="flat" cmpd="sng" algn="ctr">
          <a:solidFill>
            <a:schemeClr val="bg2">
              <a:lumMod val="5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3236160" y="952354"/>
        <a:ext cx="444525" cy="608192"/>
      </dsp:txXfrm>
    </dsp:sp>
    <dsp:sp modelId="{91AC3CB0-74FF-DA4A-A612-88ECB9F5D953}">
      <dsp:nvSpPr>
        <dsp:cNvPr id="0" name=""/>
        <dsp:cNvSpPr/>
      </dsp:nvSpPr>
      <dsp:spPr>
        <a:xfrm>
          <a:off x="3377795" y="2421862"/>
          <a:ext cx="808229" cy="808229"/>
        </a:xfrm>
        <a:prstGeom prst="downArrow">
          <a:avLst>
            <a:gd name="adj1" fmla="val 55000"/>
            <a:gd name="adj2" fmla="val 45000"/>
          </a:avLst>
        </a:prstGeom>
        <a:solidFill>
          <a:schemeClr val="accent1">
            <a:lumMod val="20000"/>
            <a:lumOff val="8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3559647" y="2421862"/>
        <a:ext cx="444525" cy="608192"/>
      </dsp:txXfrm>
    </dsp:sp>
    <dsp:sp modelId="{E2B63BC3-2E04-E34E-A86B-328FDF6F7FF1}">
      <dsp:nvSpPr>
        <dsp:cNvPr id="0" name=""/>
        <dsp:cNvSpPr/>
      </dsp:nvSpPr>
      <dsp:spPr>
        <a:xfrm>
          <a:off x="3696454" y="3891371"/>
          <a:ext cx="808229" cy="808229"/>
        </a:xfrm>
        <a:prstGeom prst="downArrow">
          <a:avLst>
            <a:gd name="adj1" fmla="val 55000"/>
            <a:gd name="adj2" fmla="val 45000"/>
          </a:avLst>
        </a:prstGeom>
        <a:solidFill>
          <a:schemeClr val="bg2">
            <a:lumMod val="75000"/>
          </a:schemeClr>
        </a:solidFill>
        <a:ln w="19050" cap="flat" cmpd="sng" algn="ctr">
          <a:solidFill>
            <a:schemeClr val="bg2">
              <a:lumMod val="5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3878306" y="3891371"/>
        <a:ext cx="444525" cy="60819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D7E44B-473E-DA47-9F1E-1B1C7F3F684A}">
      <dsp:nvSpPr>
        <dsp:cNvPr id="0" name=""/>
        <dsp:cNvSpPr/>
      </dsp:nvSpPr>
      <dsp:spPr>
        <a:xfrm>
          <a:off x="0" y="0"/>
          <a:ext cx="3862537" cy="1243430"/>
        </a:xfrm>
        <a:prstGeom prst="roundRect">
          <a:avLst>
            <a:gd name="adj" fmla="val 10000"/>
          </a:avLst>
        </a:prstGeom>
        <a:solidFill>
          <a:schemeClr val="bg2">
            <a:lumMod val="7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Swing Decision</a:t>
          </a:r>
        </a:p>
      </dsp:txBody>
      <dsp:txXfrm>
        <a:off x="36419" y="36419"/>
        <a:ext cx="2415709" cy="1170592"/>
      </dsp:txXfrm>
    </dsp:sp>
    <dsp:sp modelId="{D647F376-3ED7-C444-8F14-6F8C5021A998}">
      <dsp:nvSpPr>
        <dsp:cNvPr id="0" name=""/>
        <dsp:cNvSpPr/>
      </dsp:nvSpPr>
      <dsp:spPr>
        <a:xfrm>
          <a:off x="323487" y="1469508"/>
          <a:ext cx="3862537" cy="1243430"/>
        </a:xfrm>
        <a:prstGeom prst="roundRect">
          <a:avLst>
            <a:gd name="adj" fmla="val 10000"/>
          </a:avLst>
        </a:prstGeom>
        <a:solidFill>
          <a:schemeClr val="bg2">
            <a:lumMod val="7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Contact</a:t>
          </a:r>
        </a:p>
      </dsp:txBody>
      <dsp:txXfrm>
        <a:off x="359906" y="1505927"/>
        <a:ext cx="2657982" cy="1170592"/>
      </dsp:txXfrm>
    </dsp:sp>
    <dsp:sp modelId="{8A9C31B0-7674-BD44-BEEA-C4976B6AA018}">
      <dsp:nvSpPr>
        <dsp:cNvPr id="0" name=""/>
        <dsp:cNvSpPr/>
      </dsp:nvSpPr>
      <dsp:spPr>
        <a:xfrm>
          <a:off x="642146" y="2939016"/>
          <a:ext cx="3862537" cy="1243430"/>
        </a:xfrm>
        <a:prstGeom prst="roundRect">
          <a:avLst>
            <a:gd name="adj" fmla="val 10000"/>
          </a:avLst>
        </a:prstGeom>
        <a:solidFill>
          <a:schemeClr val="bg2">
            <a:lumMod val="7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Power</a:t>
          </a:r>
        </a:p>
      </dsp:txBody>
      <dsp:txXfrm>
        <a:off x="678565" y="2975435"/>
        <a:ext cx="2662810" cy="1170592"/>
      </dsp:txXfrm>
    </dsp:sp>
    <dsp:sp modelId="{C04B6330-8B49-A244-9A5D-6589B31C75D2}">
      <dsp:nvSpPr>
        <dsp:cNvPr id="0" name=""/>
        <dsp:cNvSpPr/>
      </dsp:nvSpPr>
      <dsp:spPr>
        <a:xfrm>
          <a:off x="965634" y="4408524"/>
          <a:ext cx="3862537" cy="1243430"/>
        </a:xfrm>
        <a:prstGeom prst="roundRect">
          <a:avLst>
            <a:gd name="adj" fmla="val 10000"/>
          </a:avLst>
        </a:prstGeom>
        <a:solidFill>
          <a:schemeClr val="accent3">
            <a:lumMod val="7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Speed</a:t>
          </a:r>
        </a:p>
      </dsp:txBody>
      <dsp:txXfrm>
        <a:off x="1002053" y="4444943"/>
        <a:ext cx="2657982" cy="1170592"/>
      </dsp:txXfrm>
    </dsp:sp>
    <dsp:sp modelId="{F902FCB0-1729-E342-BD30-37866290C699}">
      <dsp:nvSpPr>
        <dsp:cNvPr id="0" name=""/>
        <dsp:cNvSpPr/>
      </dsp:nvSpPr>
      <dsp:spPr>
        <a:xfrm>
          <a:off x="3054308" y="952354"/>
          <a:ext cx="808229" cy="808229"/>
        </a:xfrm>
        <a:prstGeom prst="downArrow">
          <a:avLst>
            <a:gd name="adj1" fmla="val 55000"/>
            <a:gd name="adj2" fmla="val 45000"/>
          </a:avLst>
        </a:prstGeom>
        <a:solidFill>
          <a:schemeClr val="bg2">
            <a:lumMod val="75000"/>
          </a:schemeClr>
        </a:solidFill>
        <a:ln w="19050" cap="flat" cmpd="sng" algn="ctr">
          <a:solidFill>
            <a:schemeClr val="bg2">
              <a:lumMod val="5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3236160" y="952354"/>
        <a:ext cx="444525" cy="608192"/>
      </dsp:txXfrm>
    </dsp:sp>
    <dsp:sp modelId="{91AC3CB0-74FF-DA4A-A612-88ECB9F5D953}">
      <dsp:nvSpPr>
        <dsp:cNvPr id="0" name=""/>
        <dsp:cNvSpPr/>
      </dsp:nvSpPr>
      <dsp:spPr>
        <a:xfrm>
          <a:off x="3377795" y="2421862"/>
          <a:ext cx="808229" cy="808229"/>
        </a:xfrm>
        <a:prstGeom prst="downArrow">
          <a:avLst>
            <a:gd name="adj1" fmla="val 55000"/>
            <a:gd name="adj2" fmla="val 45000"/>
          </a:avLst>
        </a:prstGeom>
        <a:solidFill>
          <a:schemeClr val="bg2">
            <a:lumMod val="75000"/>
          </a:schemeClr>
        </a:solidFill>
        <a:ln w="19050" cap="flat" cmpd="sng" algn="ctr">
          <a:solidFill>
            <a:schemeClr val="bg2">
              <a:lumMod val="5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3559647" y="2421862"/>
        <a:ext cx="444525" cy="608192"/>
      </dsp:txXfrm>
    </dsp:sp>
    <dsp:sp modelId="{E2B63BC3-2E04-E34E-A86B-328FDF6F7FF1}">
      <dsp:nvSpPr>
        <dsp:cNvPr id="0" name=""/>
        <dsp:cNvSpPr/>
      </dsp:nvSpPr>
      <dsp:spPr>
        <a:xfrm>
          <a:off x="3696454" y="3891371"/>
          <a:ext cx="808229" cy="808229"/>
        </a:xfrm>
        <a:prstGeom prst="downArrow">
          <a:avLst>
            <a:gd name="adj1" fmla="val 55000"/>
            <a:gd name="adj2" fmla="val 45000"/>
          </a:avLst>
        </a:prstGeom>
        <a:solidFill>
          <a:schemeClr val="accent2">
            <a:lumMod val="40000"/>
            <a:lumOff val="6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3878306" y="3891371"/>
        <a:ext cx="444525" cy="608192"/>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8/layout/HalfCircleOrganizationChart">
  <dgm:title val=""/>
  <dgm:desc val=""/>
  <dgm:catLst>
    <dgm:cat type="hierarchy" pri="1500"/>
  </dgm:catLst>
  <dgm:sampData>
    <dgm:dataModel>
      <dgm:ptLst>
        <dgm:pt modelId="0" type="doc"/>
        <dgm:pt modelId="1">
          <dgm:prSet phldr="1"/>
        </dgm:pt>
        <dgm:pt modelId="11" type="asst">
          <dgm:prSet phldr="1"/>
        </dgm:pt>
        <dgm:pt modelId="12">
          <dgm:prSet phldr="1"/>
        </dgm:pt>
        <dgm:pt modelId="13">
          <dgm:prSet phldr="1"/>
        </dgm:pt>
        <dgm:pt modelId="14">
          <dgm:prSet phldr="1"/>
        </dgm:pt>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type="asst">
          <dgm:prSet phldr="1"/>
        </dgm:pt>
        <dgm:pt modelId="12">
          <dgm:prSet phldr="1"/>
        </dgm:pt>
        <dgm:pt modelId="13">
          <dgm:prSet phldr="1"/>
        </dgm:pt>
        <dgm:pt modelId="14">
          <dgm:prSet phldr="1"/>
        </dgm:pt>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Name0">
    <dgm:varLst>
      <dgm:orgChart val="1"/>
      <dgm:chPref val="1"/>
      <dgm:dir/>
      <dgm:animOne val="branch"/>
      <dgm:animLvl val="lvl"/>
      <dgm:resizeHandles/>
    </dgm:varLst>
    <dgm:choose name="Name1">
      <dgm:if name="Name2" func="var" arg="dir" op="equ" val="norm">
        <dgm:alg type="hierChild">
          <dgm:param type="linDir" val="fromL"/>
        </dgm:alg>
      </dgm:if>
      <dgm:else name="Name3">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2" refType="w" fact="10"/>
      <dgm:constr type="h" for="des" forName="rootComposite2"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forEach name="Name4" axis="ch">
      <dgm:forEach name="Name5" axis="self" ptType="node">
        <dgm:layoutNode name="hierRoot1">
          <dgm:varLst>
            <dgm:hierBranch val="init"/>
          </dgm:varLst>
          <dgm:choose name="Name6">
            <dgm:if name="Name7" func="var" arg="hierBranch" op="equ" val="l">
              <dgm:alg type="hierRoot">
                <dgm:param type="hierAlign" val="tR"/>
              </dgm:alg>
              <dgm:constrLst>
                <dgm:constr type="alignOff" val="0.65"/>
              </dgm:constrLst>
            </dgm:if>
            <dgm:if name="Name8" func="var" arg="hierBranch" op="equ" val="r">
              <dgm:alg type="hierRoot">
                <dgm:param type="hierAlign" val="tL"/>
              </dgm:alg>
              <dgm:constrLst>
                <dgm:constr type="alignOff" val="0.65"/>
              </dgm:constrLst>
            </dgm:if>
            <dgm:if name="Name9" func="var" arg="hierBranch" op="equ" val="hang">
              <dgm:alg type="hierRoot"/>
              <dgm:constrLst>
                <dgm:constr type="alignOff" val="0.65"/>
              </dgm:constrLst>
            </dgm:if>
            <dgm:else name="Name10">
              <dgm:alg type="hierRoot"/>
              <dgm:constrLst>
                <dgm:constr type="alignOff"/>
                <dgm:constr type="bendDist" for="des" ptType="parTrans" refType="sp" fact="0.5"/>
              </dgm:constrLst>
            </dgm:else>
          </dgm:choose>
          <dgm:shape xmlns:r="http://schemas.openxmlformats.org/officeDocument/2006/relationships" r:blip="">
            <dgm:adjLst/>
          </dgm:shape>
          <dgm:presOf/>
          <dgm:layoutNode name="rootComposite1">
            <dgm:alg type="composite"/>
            <dgm:shape xmlns:r="http://schemas.openxmlformats.org/officeDocument/2006/relationships" r:blip="">
              <dgm:adjLst/>
            </dgm:shape>
            <dgm:presOf axis="self" ptType="node" cnt="1"/>
            <dgm:choose name="Name11">
              <dgm:if name="Name12" func="var" arg="hierBranch" op="equ" val="init">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if name="Name13" func="var" arg="hierBranch" op="equ" val="l">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if name="Name14" func="var" arg="hierBranch" op="equ" val="r">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else name="Name15">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else>
            </dgm:choose>
            <dgm:layoutNode name="rootText1"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1" styleLbl="parChTrans1D1" moveWith="rootText1">
              <dgm:alg type="sp"/>
              <dgm:shape xmlns:r="http://schemas.openxmlformats.org/officeDocument/2006/relationships" type="arc" r:blip="" zOrderOff="-2">
                <dgm:adjLst>
                  <dgm:adj idx="1" val="-140"/>
                  <dgm:adj idx="2" val="-40"/>
                </dgm:adjLst>
              </dgm:shape>
              <dgm:presOf/>
            </dgm:layoutNode>
            <dgm:layoutNode name="bottomArc1" styleLbl="parChTrans1D1" moveWith="rootText1">
              <dgm:alg type="sp"/>
              <dgm:shape xmlns:r="http://schemas.openxmlformats.org/officeDocument/2006/relationships" type="arc" r:blip="" zOrderOff="-2">
                <dgm:adjLst>
                  <dgm:adj idx="1" val="40"/>
                  <dgm:adj idx="2" val="140"/>
                </dgm:adjLst>
              </dgm:shape>
              <dgm:presOf/>
            </dgm:layoutNode>
            <dgm:layoutNode name="topConnNode1" moveWith="rootText1">
              <dgm:alg type="sp"/>
              <dgm:shape xmlns:r="http://schemas.openxmlformats.org/officeDocument/2006/relationships" type="rect" r:blip="" hideGeom="1">
                <dgm:adjLst/>
              </dgm:shape>
              <dgm:presOf axis="self" ptType="node" cnt="1"/>
            </dgm:layoutNode>
          </dgm:layoutNode>
          <dgm:layoutNode name="hierChild2">
            <dgm:choose name="Name16">
              <dgm:if name="Name17" func="var" arg="hierBranch" op="equ" val="l">
                <dgm:alg type="hierChild">
                  <dgm:param type="chAlign" val="r"/>
                  <dgm:param type="linDir" val="fromT"/>
                </dgm:alg>
              </dgm:if>
              <dgm:if name="Name18" func="var" arg="hierBranch" op="equ" val="r">
                <dgm:alg type="hierChild">
                  <dgm:param type="chAlign" val="l"/>
                  <dgm:param type="linDir" val="fromT"/>
                </dgm:alg>
              </dgm:if>
              <dgm:if name="Name19" func="var" arg="hierBranch" op="equ" val="hang">
                <dgm:choose name="Name20">
                  <dgm:if name="Name21" func="var" arg="dir" op="equ" val="norm">
                    <dgm:alg type="hierChild">
                      <dgm:param type="chAlign" val="l"/>
                      <dgm:param type="linDir" val="fromL"/>
                      <dgm:param type="secChAlign" val="t"/>
                      <dgm:param type="secLinDir" val="fromT"/>
                    </dgm:alg>
                  </dgm:if>
                  <dgm:else name="Name22">
                    <dgm:alg type="hierChild">
                      <dgm:param type="chAlign" val="l"/>
                      <dgm:param type="linDir" val="fromR"/>
                      <dgm:param type="secChAlign" val="t"/>
                      <dgm:param type="secLinDir" val="fromT"/>
                    </dgm:alg>
                  </dgm:else>
                </dgm:choose>
              </dgm:if>
              <dgm:else name="Name23">
                <dgm:choose name="Name24">
                  <dgm:if name="Name25" func="var" arg="dir" op="equ" val="norm">
                    <dgm:alg type="hierChild"/>
                  </dgm:if>
                  <dgm:else name="Name26">
                    <dgm:alg type="hierChild">
                      <dgm:param type="linDir" val="fromR"/>
                    </dgm:alg>
                  </dgm:else>
                </dgm:choose>
              </dgm:else>
            </dgm:choose>
            <dgm:shape xmlns:r="http://schemas.openxmlformats.org/officeDocument/2006/relationships" r:blip="">
              <dgm:adjLst/>
            </dgm:shape>
            <dgm:presOf/>
            <dgm:forEach name="rep2a" axis="ch" ptType="nonAsst">
              <dgm:forEach name="Name27" axis="precedSib" ptType="parTrans" st="-1" cnt="1">
                <dgm:layoutNode name="Name28">
                  <dgm:choose name="Name29">
                    <dgm:if name="Name30" func="var" arg="hierBranch" op="equ" val="std">
                      <dgm:choose name="Name31">
                        <dgm:if name="Name32"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33"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34">
                          <dgm:alg type="conn">
                            <dgm:param type="connRout" val="bend"/>
                            <dgm:param type="dim" val="1D"/>
                            <dgm:param type="endSty" val="noArr"/>
                            <dgm:param type="begPts" val="bCtr"/>
                            <dgm:param type="endPts" val="tCtr"/>
                            <dgm:param type="bendPt" val="end"/>
                            <dgm:param type="srcNode" val="bottomArc2"/>
                            <dgm:param type="dstNode" val="topArc2"/>
                          </dgm:alg>
                        </dgm:else>
                      </dgm:choose>
                    </dgm:if>
                    <dgm:if name="Name35" func="var" arg="hierBranch" op="equ" val="init">
                      <dgm:choose name="Name36">
                        <dgm:if name="Name37" axis="self" func="depth" op="lte" val="2">
                          <dgm:choose name="Name38">
                            <dgm:if name="Name39"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40"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41">
                              <dgm:alg type="conn">
                                <dgm:param type="connRout" val="bend"/>
                                <dgm:param type="dim" val="1D"/>
                                <dgm:param type="endSty" val="noArr"/>
                                <dgm:param type="begPts" val="bCtr"/>
                                <dgm:param type="endPts" val="tCtr"/>
                                <dgm:param type="bendPt" val="end"/>
                                <dgm:param type="srcNode" val="bottomArc2"/>
                                <dgm:param type="dstNode" val="topArc2"/>
                              </dgm:alg>
                            </dgm:else>
                          </dgm:choose>
                        </dgm:if>
                        <dgm:else name="Name42">
                          <dgm:choose name="Name43">
                            <dgm:if name="Name44" axis="par des" func="maxDepth" op="lte" val="1">
                              <dgm:choose name="Name45">
                                <dgm:if name="Name46" axis="self" func="depth" op="lte" val="2">
                                  <dgm:alg type="conn">
                                    <dgm:param type="connRout" val="bend"/>
                                    <dgm:param type="dim" val="1D"/>
                                    <dgm:param type="endSty" val="noArr"/>
                                    <dgm:param type="begPts" val="bCtr"/>
                                    <dgm:param type="endPts" val="bL bR"/>
                                    <dgm:param type="srcNode" val="bottomArc1"/>
                                    <dgm:param type="dstNode" val="topConnNode2"/>
                                  </dgm:alg>
                                </dgm:if>
                                <dgm:if name="Name47" axis="par" ptType="asst" func="cnt" op="equ" val="1">
                                  <dgm:alg type="conn">
                                    <dgm:param type="connRout" val="bend"/>
                                    <dgm:param type="dim" val="1D"/>
                                    <dgm:param type="endSty" val="noArr"/>
                                    <dgm:param type="begPts" val="bCtr"/>
                                    <dgm:param type="endPts" val="bL bR"/>
                                    <dgm:param type="srcNode" val="bottomArc3"/>
                                    <dgm:param type="dstNode" val="topConnNode2"/>
                                  </dgm:alg>
                                </dgm:if>
                                <dgm:else name="Name48">
                                  <dgm:alg type="conn">
                                    <dgm:param type="connRout" val="bend"/>
                                    <dgm:param type="dim" val="1D"/>
                                    <dgm:param type="endSty" val="noArr"/>
                                    <dgm:param type="begPts" val="bCtr"/>
                                    <dgm:param type="endPts" val="bL bR"/>
                                    <dgm:param type="srcNode" val="bottomArc2"/>
                                    <dgm:param type="dstNode" val="topConnNode2"/>
                                  </dgm:alg>
                                </dgm:else>
                              </dgm:choose>
                            </dgm:if>
                            <dgm:else name="Name49">
                              <dgm:choose name="Name50">
                                <dgm:if name="Name51"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52"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53">
                                  <dgm:alg type="conn">
                                    <dgm:param type="connRout" val="bend"/>
                                    <dgm:param type="dim" val="1D"/>
                                    <dgm:param type="endSty" val="noArr"/>
                                    <dgm:param type="begPts" val="bCtr"/>
                                    <dgm:param type="endPts" val="tCtr"/>
                                    <dgm:param type="bendPt" val="end"/>
                                    <dgm:param type="srcNode" val="bottomArc2"/>
                                    <dgm:param type="dstNode" val="topArc2"/>
                                  </dgm:alg>
                                </dgm:else>
                              </dgm:choose>
                            </dgm:else>
                          </dgm:choose>
                        </dgm:else>
                      </dgm:choose>
                    </dgm:if>
                    <dgm:else name="Name54">
                      <dgm:choose name="Name55">
                        <dgm:if name="Name56" axis="self" func="depth" op="lte" val="2">
                          <dgm:alg type="conn">
                            <dgm:param type="connRout" val="bend"/>
                            <dgm:param type="dim" val="1D"/>
                            <dgm:param type="endSty" val="noArr"/>
                            <dgm:param type="begPts" val="bCtr"/>
                            <dgm:param type="endPts" val="bL bR"/>
                            <dgm:param type="srcNode" val="bottomArc1"/>
                            <dgm:param type="dstNode" val="topConnNode2"/>
                          </dgm:alg>
                        </dgm:if>
                        <dgm:if name="Name57" axis="par" ptType="asst" func="cnt" op="equ" val="1">
                          <dgm:alg type="conn">
                            <dgm:param type="connRout" val="bend"/>
                            <dgm:param type="dim" val="1D"/>
                            <dgm:param type="endSty" val="noArr"/>
                            <dgm:param type="begPts" val="bCtr"/>
                            <dgm:param type="endPts" val="bL bR"/>
                            <dgm:param type="srcNode" val="bottomArc3"/>
                            <dgm:param type="dstNode" val="topConnNode2"/>
                          </dgm:alg>
                        </dgm:if>
                        <dgm:else name="Name58">
                          <dgm:alg type="conn">
                            <dgm:param type="connRout" val="bend"/>
                            <dgm:param type="dim" val="1D"/>
                            <dgm:param type="endSty" val="noArr"/>
                            <dgm:param type="begPts" val="bCtr"/>
                            <dgm:param type="endPts" val="bL bR"/>
                            <dgm:param type="srcNode" val="bottomArc2"/>
                            <dgm:param type="dstNode" val="topConnNode2"/>
                          </dgm:alg>
                        </dgm:else>
                      </dgm:choose>
                    </dgm:else>
                  </dgm:choose>
                  <dgm:shape xmlns:r="http://schemas.openxmlformats.org/officeDocument/2006/relationships" type="conn" r:blip="" zOrderOff="-99999">
                    <dgm:adjLst/>
                  </dgm:shape>
                  <dgm:presOf axis="self"/>
                  <dgm:constrLst>
                    <dgm:constr type="begPad"/>
                    <dgm:constr type="endPad"/>
                  </dgm:constrLst>
                </dgm:layoutNode>
              </dgm:forEach>
              <dgm:layoutNode name="hierRoot2">
                <dgm:varLst>
                  <dgm:hierBranch val="init"/>
                </dgm:varLst>
                <dgm:choose name="Name59">
                  <dgm:if name="Name60" func="var" arg="hierBranch" op="equ" val="l">
                    <dgm:alg type="hierRoot">
                      <dgm:param type="hierAlign" val="tR"/>
                    </dgm:alg>
                    <dgm:shape xmlns:r="http://schemas.openxmlformats.org/officeDocument/2006/relationships" r:blip="">
                      <dgm:adjLst/>
                    </dgm:shape>
                    <dgm:presOf/>
                    <dgm:constrLst>
                      <dgm:constr type="alignOff" val="0.65"/>
                    </dgm:constrLst>
                  </dgm:if>
                  <dgm:if name="Name61" func="var" arg="hierBranch" op="equ" val="r">
                    <dgm:alg type="hierRoot">
                      <dgm:param type="hierAlign" val="tL"/>
                    </dgm:alg>
                    <dgm:shape xmlns:r="http://schemas.openxmlformats.org/officeDocument/2006/relationships" r:blip="">
                      <dgm:adjLst/>
                    </dgm:shape>
                    <dgm:presOf/>
                    <dgm:constrLst>
                      <dgm:constr type="alignOff" val="0.65"/>
                    </dgm:constrLst>
                  </dgm:if>
                  <dgm:if name="Name62"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63" func="var" arg="hierBranch" op="equ" val="init">
                    <dgm:choose name="Name64">
                      <dgm:if name="Name65" axis="des" func="maxDepth" op="lte" val="1">
                        <dgm:alg type="hierRoot">
                          <dgm:param type="hierAlign" val="tL"/>
                        </dgm:alg>
                        <dgm:shape xmlns:r="http://schemas.openxmlformats.org/officeDocument/2006/relationships" r:blip="">
                          <dgm:adjLst/>
                        </dgm:shape>
                        <dgm:presOf/>
                        <dgm:constrLst>
                          <dgm:constr type="alignOff" val="0.65"/>
                        </dgm:constrLst>
                      </dgm:if>
                      <dgm:else name="Name6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67">
                    <dgm:alg type="hierRoot"/>
                    <dgm:shape xmlns:r="http://schemas.openxmlformats.org/officeDocument/2006/relationships" r:blip="">
                      <dgm:adjLst/>
                    </dgm:shape>
                    <dgm:presOf/>
                    <dgm:constrLst>
                      <dgm:constr type="alignOff" val="0.65"/>
                    </dgm:constrLst>
                  </dgm:else>
                </dgm:choose>
                <dgm:layoutNode name="rootComposite2">
                  <dgm:alg type="composite"/>
                  <dgm:shape xmlns:r="http://schemas.openxmlformats.org/officeDocument/2006/relationships" r:blip="">
                    <dgm:adjLst/>
                  </dgm:shape>
                  <dgm:presOf axis="self" ptType="node" cnt="1"/>
                  <dgm:choose name="Name68">
                    <dgm:if name="Name69" func="var" arg="hierBranch" op="equ" val="init">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if name="Name70" func="var" arg="hierBranch" op="equ" val="l">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if name="Name71" func="var" arg="hierBranch" op="equ" val="r">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else name="Name72">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else>
                  </dgm:choose>
                  <dgm:layoutNode name="rootText2"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2" styleLbl="parChTrans1D1" moveWith="rootText2">
                    <dgm:alg type="sp"/>
                    <dgm:shape xmlns:r="http://schemas.openxmlformats.org/officeDocument/2006/relationships" type="arc" r:blip="" zOrderOff="-2">
                      <dgm:adjLst>
                        <dgm:adj idx="1" val="-140"/>
                        <dgm:adj idx="2" val="-40"/>
                      </dgm:adjLst>
                    </dgm:shape>
                    <dgm:presOf/>
                  </dgm:layoutNode>
                  <dgm:layoutNode name="bottomArc2" styleLbl="parChTrans1D1" moveWith="rootText2">
                    <dgm:alg type="sp"/>
                    <dgm:shape xmlns:r="http://schemas.openxmlformats.org/officeDocument/2006/relationships" type="arc" r:blip="" zOrderOff="-2">
                      <dgm:adjLst>
                        <dgm:adj idx="1" val="40"/>
                        <dgm:adj idx="2" val="140"/>
                      </dgm:adjLst>
                    </dgm:shape>
                    <dgm:presOf/>
                  </dgm:layoutNode>
                  <dgm:layoutNode name="topConnNode2" moveWith="rootText2">
                    <dgm:alg type="sp"/>
                    <dgm:shape xmlns:r="http://schemas.openxmlformats.org/officeDocument/2006/relationships" type="rect" r:blip="" hideGeom="1">
                      <dgm:adjLst/>
                    </dgm:shape>
                    <dgm:presOf axis="self" ptType="node" cnt="1"/>
                  </dgm:layoutNode>
                </dgm:layoutNode>
                <dgm:layoutNode name="hierChild4">
                  <dgm:choose name="Name73">
                    <dgm:if name="Name74" func="var" arg="hierBranch" op="equ" val="l">
                      <dgm:alg type="hierChild">
                        <dgm:param type="chAlign" val="r"/>
                        <dgm:param type="linDir" val="fromT"/>
                      </dgm:alg>
                    </dgm:if>
                    <dgm:if name="Name75" func="var" arg="hierBranch" op="equ" val="r">
                      <dgm:alg type="hierChild">
                        <dgm:param type="chAlign" val="l"/>
                        <dgm:param type="linDir" val="fromT"/>
                      </dgm:alg>
                    </dgm:if>
                    <dgm:if name="Name76" func="var" arg="hierBranch" op="equ" val="hang">
                      <dgm:choose name="Name77">
                        <dgm:if name="Name78" func="var" arg="dir" op="equ" val="norm">
                          <dgm:alg type="hierChild">
                            <dgm:param type="chAlign" val="l"/>
                            <dgm:param type="linDir" val="fromL"/>
                            <dgm:param type="secChAlign" val="t"/>
                            <dgm:param type="secLinDir" val="fromT"/>
                          </dgm:alg>
                        </dgm:if>
                        <dgm:else name="Name79">
                          <dgm:alg type="hierChild">
                            <dgm:param type="chAlign" val="l"/>
                            <dgm:param type="linDir" val="fromR"/>
                            <dgm:param type="secChAlign" val="t"/>
                            <dgm:param type="secLinDir" val="fromT"/>
                          </dgm:alg>
                        </dgm:else>
                      </dgm:choose>
                    </dgm:if>
                    <dgm:if name="Name80" func="var" arg="hierBranch" op="equ" val="std">
                      <dgm:choose name="Name81">
                        <dgm:if name="Name82" func="var" arg="dir" op="equ" val="norm">
                          <dgm:alg type="hierChild"/>
                        </dgm:if>
                        <dgm:else name="Name83">
                          <dgm:alg type="hierChild">
                            <dgm:param type="linDir" val="fromR"/>
                          </dgm:alg>
                        </dgm:else>
                      </dgm:choose>
                    </dgm:if>
                    <dgm:if name="Name84" func="var" arg="hierBranch" op="equ" val="init">
                      <dgm:choose name="Name85">
                        <dgm:if name="Name86" axis="des" func="maxDepth" op="lte" val="1">
                          <dgm:alg type="hierChild">
                            <dgm:param type="chAlign" val="l"/>
                            <dgm:param type="linDir" val="fromT"/>
                          </dgm:alg>
                        </dgm:if>
                        <dgm:else name="Name87">
                          <dgm:choose name="Name88">
                            <dgm:if name="Name89" func="var" arg="dir" op="equ" val="norm">
                              <dgm:alg type="hierChild"/>
                            </dgm:if>
                            <dgm:else name="Name90">
                              <dgm:alg type="hierChild">
                                <dgm:param type="linDir" val="fromR"/>
                              </dgm:alg>
                            </dgm:else>
                          </dgm:choose>
                        </dgm:else>
                      </dgm:choose>
                    </dgm:if>
                    <dgm:else name="Name91"/>
                  </dgm:choose>
                  <dgm:shape xmlns:r="http://schemas.openxmlformats.org/officeDocument/2006/relationships" r:blip="">
                    <dgm:adjLst/>
                  </dgm:shape>
                  <dgm:presOf/>
                  <dgm:forEach name="Name92" ref="rep2a"/>
                </dgm:layoutNode>
                <dgm:layoutNode name="hierChild5">
                  <dgm:choose name="Name93">
                    <dgm:if name="Name94" func="var" arg="dir" op="equ" val="norm">
                      <dgm:alg type="hierChild">
                        <dgm:param type="chAlign" val="l"/>
                        <dgm:param type="linDir" val="fromL"/>
                        <dgm:param type="secChAlign" val="t"/>
                        <dgm:param type="secLinDir" val="fromT"/>
                      </dgm:alg>
                    </dgm:if>
                    <dgm:else name="Name95">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Name96" ref="rep2b"/>
                </dgm:layoutNode>
              </dgm:layoutNode>
            </dgm:forEach>
          </dgm:layoutNode>
          <dgm:layoutNode name="hierChild3">
            <dgm:choose name="Name97">
              <dgm:if name="Name98" func="var" arg="dir" op="equ" val="norm">
                <dgm:alg type="hierChild">
                  <dgm:param type="chAlign" val="l"/>
                  <dgm:param type="linDir" val="fromL"/>
                  <dgm:param type="secChAlign" val="t"/>
                  <dgm:param type="secLinDir" val="fromT"/>
                </dgm:alg>
              </dgm:if>
              <dgm:else name="Name99">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rep2b" axis="ch" ptType="asst">
              <dgm:forEach name="Name100" axis="precedSib" ptType="parTrans" st="-1" cnt="1">
                <dgm:layoutNode name="Name101">
                  <dgm:choose name="Name102">
                    <dgm:if name="Name103" axis="self" func="depth" op="lte" val="2">
                      <dgm:alg type="conn">
                        <dgm:param type="connRout" val="bend"/>
                        <dgm:param type="dim" val="1D"/>
                        <dgm:param type="endSty" val="noArr"/>
                        <dgm:param type="begPts" val="bCtr"/>
                        <dgm:param type="endPts" val="bL bR"/>
                        <dgm:param type="srcNode" val="bottomArc1"/>
                        <dgm:param type="dstNode" val="topConnNode3"/>
                      </dgm:alg>
                    </dgm:if>
                    <dgm:if name="Name104" axis="par" ptType="asst" func="cnt" op="equ" val="1">
                      <dgm:alg type="conn">
                        <dgm:param type="connRout" val="bend"/>
                        <dgm:param type="dim" val="1D"/>
                        <dgm:param type="endSty" val="noArr"/>
                        <dgm:param type="begPts" val="bCtr"/>
                        <dgm:param type="endPts" val="bL bR"/>
                        <dgm:param type="srcNode" val="bottomArc3"/>
                        <dgm:param type="dstNode" val="topConnNode3"/>
                      </dgm:alg>
                    </dgm:if>
                    <dgm:else name="Name105">
                      <dgm:alg type="conn">
                        <dgm:param type="connRout" val="bend"/>
                        <dgm:param type="dim" val="1D"/>
                        <dgm:param type="endSty" val="noArr"/>
                        <dgm:param type="begPts" val="bCtr"/>
                        <dgm:param type="endPts" val="bL bR"/>
                        <dgm:param type="srcNode" val="bottomArc2"/>
                        <dgm:param type="dstNode" val="topConnNode3"/>
                      </dgm:alg>
                    </dgm:else>
                  </dgm:choose>
                  <dgm:shape xmlns:r="http://schemas.openxmlformats.org/officeDocument/2006/relationships" type="conn" r:blip="" zOrderOff="-99999">
                    <dgm:adjLst/>
                  </dgm:shape>
                  <dgm:presOf axis="self"/>
                  <dgm:constrLst>
                    <dgm:constr type="begPad"/>
                    <dgm:constr type="endPad"/>
                  </dgm:constrLst>
                </dgm:layoutNode>
              </dgm:forEach>
              <dgm:layoutNode name="hierRoot3">
                <dgm:varLst>
                  <dgm:hierBranch val="init"/>
                </dgm:varLst>
                <dgm:choose name="Name106">
                  <dgm:if name="Name107" func="var" arg="hierBranch" op="equ" val="l">
                    <dgm:alg type="hierRoot">
                      <dgm:param type="hierAlign" val="tR"/>
                    </dgm:alg>
                    <dgm:shape xmlns:r="http://schemas.openxmlformats.org/officeDocument/2006/relationships" r:blip="">
                      <dgm:adjLst/>
                    </dgm:shape>
                    <dgm:presOf/>
                    <dgm:constrLst>
                      <dgm:constr type="alignOff" val="0.65"/>
                    </dgm:constrLst>
                  </dgm:if>
                  <dgm:if name="Name108" func="var" arg="hierBranch" op="equ" val="r">
                    <dgm:alg type="hierRoot">
                      <dgm:param type="hierAlign" val="tL"/>
                    </dgm:alg>
                    <dgm:shape xmlns:r="http://schemas.openxmlformats.org/officeDocument/2006/relationships" r:blip="">
                      <dgm:adjLst/>
                    </dgm:shape>
                    <dgm:presOf/>
                    <dgm:constrLst>
                      <dgm:constr type="alignOff" val="0.65"/>
                    </dgm:constrLst>
                  </dgm:if>
                  <dgm:if name="Name109" func="var" arg="hierBranch" op="equ" val="hang">
                    <dgm:alg type="hierRoot"/>
                    <dgm:shape xmlns:r="http://schemas.openxmlformats.org/officeDocument/2006/relationships" r:blip="">
                      <dgm:adjLst/>
                    </dgm:shape>
                    <dgm:presOf/>
                    <dgm:constrLst>
                      <dgm:constr type="alignOff" val="0.65"/>
                    </dgm:constrLst>
                  </dgm:if>
                  <dgm:if name="Name110"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1" func="var" arg="hierBranch" op="equ" val="init">
                    <dgm:choose name="Name112">
                      <dgm:if name="Name113" axis="des" func="maxDepth" op="lte" val="1">
                        <dgm:alg type="hierRoot">
                          <dgm:param type="hierAlign" val="tL"/>
                        </dgm:alg>
                        <dgm:shape xmlns:r="http://schemas.openxmlformats.org/officeDocument/2006/relationships" r:blip="">
                          <dgm:adjLst/>
                        </dgm:shape>
                        <dgm:presOf/>
                        <dgm:constrLst>
                          <dgm:constr type="alignOff" val="0.65"/>
                        </dgm:constrLst>
                      </dgm:if>
                      <dgm:else name="Name114">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15"/>
                </dgm:choose>
                <dgm:layoutNode name="rootComposite3">
                  <dgm:alg type="composite"/>
                  <dgm:shape xmlns:r="http://schemas.openxmlformats.org/officeDocument/2006/relationships" r:blip="">
                    <dgm:adjLst/>
                  </dgm:shape>
                  <dgm:presOf axis="self" ptType="node" cnt="1"/>
                  <dgm:choose name="Name116">
                    <dgm:if name="Name117" func="var" arg="hierBranch" op="equ" val="init">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if name="Name118" func="var" arg="hierBranch" op="equ" val="l">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if name="Name119" func="var" arg="hierBranch" op="equ" val="r">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else name="Name120">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else>
                  </dgm:choose>
                  <dgm:layoutNode name="rootText3"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3" styleLbl="parChTrans1D1" moveWith="rootText3">
                    <dgm:alg type="sp"/>
                    <dgm:shape xmlns:r="http://schemas.openxmlformats.org/officeDocument/2006/relationships" type="arc" r:blip="" zOrderOff="-2">
                      <dgm:adjLst>
                        <dgm:adj idx="1" val="-140"/>
                        <dgm:adj idx="2" val="-40"/>
                      </dgm:adjLst>
                    </dgm:shape>
                    <dgm:presOf/>
                  </dgm:layoutNode>
                  <dgm:layoutNode name="bottomArc3" styleLbl="parChTrans1D1" moveWith="rootText3">
                    <dgm:alg type="sp"/>
                    <dgm:shape xmlns:r="http://schemas.openxmlformats.org/officeDocument/2006/relationships" type="arc" r:blip="" zOrderOff="-2">
                      <dgm:adjLst>
                        <dgm:adj idx="1" val="40"/>
                        <dgm:adj idx="2" val="140"/>
                      </dgm:adjLst>
                    </dgm:shape>
                    <dgm:presOf/>
                  </dgm:layoutNode>
                  <dgm:layoutNode name="topConnNode3" moveWith="rootText3">
                    <dgm:alg type="sp"/>
                    <dgm:shape xmlns:r="http://schemas.openxmlformats.org/officeDocument/2006/relationships" type="rect" r:blip="" hideGeom="1">
                      <dgm:adjLst/>
                    </dgm:shape>
                    <dgm:presOf axis="self" ptType="node" cnt="1"/>
                  </dgm:layoutNode>
                </dgm:layoutNode>
                <dgm:layoutNode name="hierChild6">
                  <dgm:choose name="Name121">
                    <dgm:if name="Name122" func="var" arg="hierBranch" op="equ" val="l">
                      <dgm:alg type="hierChild">
                        <dgm:param type="chAlign" val="r"/>
                        <dgm:param type="linDir" val="fromT"/>
                      </dgm:alg>
                    </dgm:if>
                    <dgm:if name="Name123" func="var" arg="hierBranch" op="equ" val="r">
                      <dgm:alg type="hierChild">
                        <dgm:param type="chAlign" val="l"/>
                        <dgm:param type="linDir" val="fromT"/>
                      </dgm:alg>
                    </dgm:if>
                    <dgm:if name="Name124" func="var" arg="hierBranch" op="equ" val="hang">
                      <dgm:choose name="Name125">
                        <dgm:if name="Name126" func="var" arg="dir" op="equ" val="norm">
                          <dgm:alg type="hierChild">
                            <dgm:param type="chAlign" val="l"/>
                            <dgm:param type="linDir" val="fromL"/>
                            <dgm:param type="secChAlign" val="t"/>
                            <dgm:param type="secLinDir" val="fromT"/>
                          </dgm:alg>
                        </dgm:if>
                        <dgm:else name="Name127">
                          <dgm:alg type="hierChild">
                            <dgm:param type="chAlign" val="l"/>
                            <dgm:param type="linDir" val="fromR"/>
                            <dgm:param type="secChAlign" val="t"/>
                            <dgm:param type="secLinDir" val="fromT"/>
                          </dgm:alg>
                        </dgm:else>
                      </dgm:choose>
                    </dgm:if>
                    <dgm:if name="Name128" func="var" arg="hierBranch" op="equ" val="std">
                      <dgm:choose name="Name129">
                        <dgm:if name="Name130" func="var" arg="dir" op="equ" val="norm">
                          <dgm:alg type="hierChild"/>
                        </dgm:if>
                        <dgm:else name="Name131">
                          <dgm:alg type="hierChild">
                            <dgm:param type="linDir" val="fromR"/>
                          </dgm:alg>
                        </dgm:else>
                      </dgm:choose>
                    </dgm:if>
                    <dgm:if name="Name132" func="var" arg="hierBranch" op="equ" val="init">
                      <dgm:choose name="Name133">
                        <dgm:if name="Name134" axis="des" func="maxDepth" op="lte" val="1">
                          <dgm:alg type="hierChild">
                            <dgm:param type="chAlign" val="l"/>
                            <dgm:param type="linDir" val="fromT"/>
                          </dgm:alg>
                        </dgm:if>
                        <dgm:else name="Name135">
                          <dgm:alg type="hierChild"/>
                        </dgm:else>
                      </dgm:choose>
                    </dgm:if>
                    <dgm:else name="Name136"/>
                  </dgm:choose>
                  <dgm:shape xmlns:r="http://schemas.openxmlformats.org/officeDocument/2006/relationships" r:blip="">
                    <dgm:adjLst/>
                  </dgm:shape>
                  <dgm:presOf/>
                  <dgm:forEach name="Name137" ref="rep2a"/>
                </dgm:layoutNode>
                <dgm:layoutNode name="hierChild7">
                  <dgm:choose name="Name138">
                    <dgm:if name="Name139" func="var" arg="dir" op="equ" val="norm">
                      <dgm:alg type="hierChild">
                        <dgm:param type="chAlign" val="l"/>
                        <dgm:param type="linDir" val="fromL"/>
                        <dgm:param type="secChAlign" val="t"/>
                        <dgm:param type="secLinDir" val="fromT"/>
                      </dgm:alg>
                    </dgm:if>
                    <dgm:else name="Name140">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Name141" ref="rep2b"/>
                </dgm:layoutNode>
              </dgm:layoutNode>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7.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8.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5FEAD8-84F3-8B46-BF1D-F7D12403332A}" type="datetimeFigureOut">
              <a:rPr lang="en-US" smtClean="0"/>
              <a:t>10/5/25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9F1B17-DB85-1E42-9992-CBA72BA94B4F}" type="slidenum">
              <a:rPr lang="en-US" smtClean="0"/>
              <a:t>‹#›</a:t>
            </a:fld>
            <a:endParaRPr lang="en-US"/>
          </a:p>
        </p:txBody>
      </p:sp>
    </p:spTree>
    <p:extLst>
      <p:ext uri="{BB962C8B-B14F-4D97-AF65-F5344CB8AC3E}">
        <p14:creationId xmlns:p14="http://schemas.microsoft.com/office/powerpoint/2010/main" val="17285448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389F1B17-DB85-1E42-9992-CBA72BA94B4F}" type="slidenum">
              <a:rPr lang="en-US" smtClean="0"/>
              <a:t>1</a:t>
            </a:fld>
            <a:endParaRPr lang="en-US"/>
          </a:p>
        </p:txBody>
      </p:sp>
    </p:spTree>
    <p:extLst>
      <p:ext uri="{BB962C8B-B14F-4D97-AF65-F5344CB8AC3E}">
        <p14:creationId xmlns:p14="http://schemas.microsoft.com/office/powerpoint/2010/main" val="35208493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We’ll be looking at four main tools: Swing Decision, Contact, Power, and Speed.</a:t>
            </a:r>
          </a:p>
        </p:txBody>
      </p:sp>
      <p:sp>
        <p:nvSpPr>
          <p:cNvPr id="4" name="Slide Number Placeholder 3"/>
          <p:cNvSpPr>
            <a:spLocks noGrp="1"/>
          </p:cNvSpPr>
          <p:nvPr>
            <p:ph type="sldNum" sz="quarter" idx="5"/>
          </p:nvPr>
        </p:nvSpPr>
        <p:spPr/>
        <p:txBody>
          <a:bodyPr/>
          <a:lstStyle/>
          <a:p>
            <a:fld id="{389F1B17-DB85-1E42-9992-CBA72BA94B4F}" type="slidenum">
              <a:rPr lang="en-US" smtClean="0"/>
              <a:t>2</a:t>
            </a:fld>
            <a:endParaRPr lang="en-US"/>
          </a:p>
        </p:txBody>
      </p:sp>
    </p:spTree>
    <p:extLst>
      <p:ext uri="{BB962C8B-B14F-4D97-AF65-F5344CB8AC3E}">
        <p14:creationId xmlns:p14="http://schemas.microsoft.com/office/powerpoint/2010/main" val="11868113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Swing Decision is all about judging pitches and their potential value. </a:t>
            </a:r>
          </a:p>
          <a:p>
            <a:endParaRPr lang="en-US" dirty="0"/>
          </a:p>
          <a:p>
            <a:r>
              <a:rPr lang="en-US" dirty="0"/>
              <a:t>Imagine there is a slow pitch right down the middle, great value in swinging, bad value in taking </a:t>
            </a:r>
          </a:p>
          <a:p>
            <a:r>
              <a:rPr lang="en-US" dirty="0"/>
              <a:t>105 mph pitch clipping the top corner of the zone. Early in the count, probably a little best off taking</a:t>
            </a:r>
          </a:p>
          <a:p>
            <a:r>
              <a:rPr lang="en-US" dirty="0"/>
              <a:t>With 2-strikes, could probably see a little surplus value  swinging at it</a:t>
            </a:r>
          </a:p>
          <a:p>
            <a:r>
              <a:rPr lang="en-US" dirty="0"/>
              <a:t>Lastly, a pitch in the dirt. Great value in taking, bad value in swinging </a:t>
            </a:r>
          </a:p>
        </p:txBody>
      </p:sp>
      <p:sp>
        <p:nvSpPr>
          <p:cNvPr id="4" name="Slide Number Placeholder 3"/>
          <p:cNvSpPr>
            <a:spLocks noGrp="1"/>
          </p:cNvSpPr>
          <p:nvPr>
            <p:ph type="sldNum" sz="quarter" idx="5"/>
          </p:nvPr>
        </p:nvSpPr>
        <p:spPr/>
        <p:txBody>
          <a:bodyPr/>
          <a:lstStyle/>
          <a:p>
            <a:fld id="{389F1B17-DB85-1E42-9992-CBA72BA94B4F}" type="slidenum">
              <a:rPr lang="en-US" smtClean="0"/>
              <a:t>3</a:t>
            </a:fld>
            <a:endParaRPr lang="en-US"/>
          </a:p>
        </p:txBody>
      </p:sp>
    </p:spTree>
    <p:extLst>
      <p:ext uri="{BB962C8B-B14F-4D97-AF65-F5344CB8AC3E}">
        <p14:creationId xmlns:p14="http://schemas.microsoft.com/office/powerpoint/2010/main" val="30057153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evaluate batters, first, each pitch is assigned a swing Value, take Value, and an overall pitch Value</a:t>
            </a:r>
          </a:p>
          <a:p>
            <a:pPr lvl="1"/>
            <a:r>
              <a:rPr lang="en-US" dirty="0"/>
              <a:t>These metrics are based on a given pitches velo, movement, location and</a:t>
            </a:r>
            <a:r>
              <a:rPr lang="en-US" b="1" dirty="0"/>
              <a:t> the count</a:t>
            </a:r>
          </a:p>
          <a:p>
            <a:r>
              <a:rPr lang="en-US" dirty="0"/>
              <a:t>Each pitch also gets a swing probability and an independent called ball vs strike probability, given the pitch was taken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I don’t make sense, we have more intuitive graphics in a minute </a:t>
            </a:r>
          </a:p>
        </p:txBody>
      </p:sp>
      <p:sp>
        <p:nvSpPr>
          <p:cNvPr id="4" name="Slide Number Placeholder 3"/>
          <p:cNvSpPr>
            <a:spLocks noGrp="1"/>
          </p:cNvSpPr>
          <p:nvPr>
            <p:ph type="sldNum" sz="quarter" idx="5"/>
          </p:nvPr>
        </p:nvSpPr>
        <p:spPr/>
        <p:txBody>
          <a:bodyPr/>
          <a:lstStyle/>
          <a:p>
            <a:fld id="{389F1B17-DB85-1E42-9992-CBA72BA94B4F}" type="slidenum">
              <a:rPr lang="en-US" smtClean="0"/>
              <a:t>4</a:t>
            </a:fld>
            <a:endParaRPr lang="en-US"/>
          </a:p>
        </p:txBody>
      </p:sp>
    </p:spTree>
    <p:extLst>
      <p:ext uri="{BB962C8B-B14F-4D97-AF65-F5344CB8AC3E}">
        <p14:creationId xmlns:p14="http://schemas.microsoft.com/office/powerpoint/2010/main" val="28510548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0" dirty="0"/>
              <a:t>To evaluate a player’s swing decisions, we need three models</a:t>
            </a:r>
          </a:p>
          <a:p>
            <a:pPr lvl="0"/>
            <a:r>
              <a:rPr lang="en-US" b="1" dirty="0"/>
              <a:t>Swing Value</a:t>
            </a:r>
          </a:p>
          <a:p>
            <a:pPr lvl="0"/>
            <a:r>
              <a:rPr lang="en-US" b="0" dirty="0"/>
              <a:t>Outputs the probability of each possible swing outcome. Thing whiff, foul, ground ball single, fly ball double, etc. </a:t>
            </a:r>
          </a:p>
          <a:p>
            <a:pPr lvl="0"/>
            <a:r>
              <a:rPr lang="en-US" b="0" dirty="0"/>
              <a:t>Then, we paired each probability with its respective run value and summed it up for a final expected run value given a swing.</a:t>
            </a:r>
          </a:p>
          <a:p>
            <a:pPr lvl="0"/>
            <a:endParaRPr lang="en-US" b="0" dirty="0"/>
          </a:p>
          <a:p>
            <a:pPr lvl="0"/>
            <a:r>
              <a:rPr lang="en-US" b="1" dirty="0"/>
              <a:t>Next, a Swing Probability model was created</a:t>
            </a:r>
          </a:p>
          <a:p>
            <a:pPr lvl="0"/>
            <a:r>
              <a:rPr lang="en-US" b="0" dirty="0"/>
              <a:t>Predicted, again off the pitch characteristics, the probability the average batter would would swing  at a given pitch</a:t>
            </a:r>
          </a:p>
          <a:p>
            <a:pPr lvl="0"/>
            <a:endParaRPr lang="en-US" b="0" dirty="0"/>
          </a:p>
          <a:p>
            <a:pPr lvl="0"/>
            <a:r>
              <a:rPr lang="en-US" b="0" dirty="0"/>
              <a:t>Thirdly, we used a called strike model which outputted to likelihood of a ball being called a strike given there was not swing</a:t>
            </a:r>
          </a:p>
        </p:txBody>
      </p:sp>
      <p:sp>
        <p:nvSpPr>
          <p:cNvPr id="4" name="Slide Number Placeholder 3"/>
          <p:cNvSpPr>
            <a:spLocks noGrp="1"/>
          </p:cNvSpPr>
          <p:nvPr>
            <p:ph type="sldNum" sz="quarter" idx="5"/>
          </p:nvPr>
        </p:nvSpPr>
        <p:spPr/>
        <p:txBody>
          <a:bodyPr/>
          <a:lstStyle/>
          <a:p>
            <a:fld id="{389F1B17-DB85-1E42-9992-CBA72BA94B4F}" type="slidenum">
              <a:rPr lang="en-US" smtClean="0"/>
              <a:t>5</a:t>
            </a:fld>
            <a:endParaRPr lang="en-US"/>
          </a:p>
        </p:txBody>
      </p:sp>
    </p:spTree>
    <p:extLst>
      <p:ext uri="{BB962C8B-B14F-4D97-AF65-F5344CB8AC3E}">
        <p14:creationId xmlns:p14="http://schemas.microsoft.com/office/powerpoint/2010/main" val="4518319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 have four simple yet essential </a:t>
            </a:r>
            <a:r>
              <a:rPr lang="en-US" sz="1200" b="1" kern="1200" dirty="0">
                <a:solidFill>
                  <a:schemeClr val="bg1"/>
                </a:solidFill>
                <a:latin typeface="+mj-lt"/>
                <a:ea typeface="+mj-ea"/>
                <a:cs typeface="+mj-cs"/>
              </a:rPr>
              <a:t>Variables and Formulas.</a:t>
            </a:r>
          </a:p>
          <a:p>
            <a:r>
              <a:rPr lang="en-US" sz="1200" b="1" kern="1200" dirty="0">
                <a:solidFill>
                  <a:schemeClr val="bg1"/>
                </a:solidFill>
                <a:latin typeface="+mj-lt"/>
                <a:ea typeface="+mj-ea"/>
                <a:cs typeface="+mj-cs"/>
              </a:rPr>
              <a:t>Ball and Strike value, the run value of a ball/strike given the current count</a:t>
            </a:r>
          </a:p>
          <a:p>
            <a:r>
              <a:rPr lang="en-US" dirty="0"/>
              <a:t>Take Value, the expected value of taking a pitch based on the ball and strike value, weighted in accordance to the strike probability model from earlier</a:t>
            </a:r>
          </a:p>
          <a:p>
            <a:r>
              <a:rPr lang="en-US" dirty="0"/>
              <a:t>Lastly, we have a holistic pitch value, which predicts the expected run value by looking at the previously described swing value and take value, this time each weighted by the swing probability</a:t>
            </a:r>
          </a:p>
          <a:p>
            <a:endParaRPr lang="en-US" dirty="0"/>
          </a:p>
        </p:txBody>
      </p:sp>
      <p:sp>
        <p:nvSpPr>
          <p:cNvPr id="4" name="Slide Number Placeholder 3"/>
          <p:cNvSpPr>
            <a:spLocks noGrp="1"/>
          </p:cNvSpPr>
          <p:nvPr>
            <p:ph type="sldNum" sz="quarter" idx="5"/>
          </p:nvPr>
        </p:nvSpPr>
        <p:spPr/>
        <p:txBody>
          <a:bodyPr/>
          <a:lstStyle/>
          <a:p>
            <a:fld id="{389F1B17-DB85-1E42-9992-CBA72BA94B4F}" type="slidenum">
              <a:rPr lang="en-US" smtClean="0"/>
              <a:t>6</a:t>
            </a:fld>
            <a:endParaRPr lang="en-US"/>
          </a:p>
        </p:txBody>
      </p:sp>
    </p:spTree>
    <p:extLst>
      <p:ext uri="{BB962C8B-B14F-4D97-AF65-F5344CB8AC3E}">
        <p14:creationId xmlns:p14="http://schemas.microsoft.com/office/powerpoint/2010/main" val="31501654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is the part that actually matter. For each pitch, if a hitter swings, their value is the difference between the swing value and pitch value. If the hitter takes, they are given the difference between the take value and the pitch value.  </a:t>
            </a:r>
            <a:endParaRPr lang="en-US" dirty="0"/>
          </a:p>
        </p:txBody>
      </p:sp>
      <p:sp>
        <p:nvSpPr>
          <p:cNvPr id="4" name="Slide Number Placeholder 3"/>
          <p:cNvSpPr>
            <a:spLocks noGrp="1"/>
          </p:cNvSpPr>
          <p:nvPr>
            <p:ph type="sldNum" sz="quarter" idx="5"/>
          </p:nvPr>
        </p:nvSpPr>
        <p:spPr/>
        <p:txBody>
          <a:bodyPr/>
          <a:lstStyle/>
          <a:p>
            <a:fld id="{389F1B17-DB85-1E42-9992-CBA72BA94B4F}" type="slidenum">
              <a:rPr lang="en-US" smtClean="0"/>
              <a:t>7</a:t>
            </a:fld>
            <a:endParaRPr lang="en-US"/>
          </a:p>
        </p:txBody>
      </p:sp>
    </p:spTree>
    <p:extLst>
      <p:ext uri="{BB962C8B-B14F-4D97-AF65-F5344CB8AC3E}">
        <p14:creationId xmlns:p14="http://schemas.microsoft.com/office/powerpoint/2010/main" val="29761555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 r2</a:t>
            </a:r>
          </a:p>
        </p:txBody>
      </p:sp>
      <p:sp>
        <p:nvSpPr>
          <p:cNvPr id="4" name="Slide Number Placeholder 3"/>
          <p:cNvSpPr>
            <a:spLocks noGrp="1"/>
          </p:cNvSpPr>
          <p:nvPr>
            <p:ph type="sldNum" sz="quarter" idx="5"/>
          </p:nvPr>
        </p:nvSpPr>
        <p:spPr/>
        <p:txBody>
          <a:bodyPr/>
          <a:lstStyle/>
          <a:p>
            <a:fld id="{389F1B17-DB85-1E42-9992-CBA72BA94B4F}" type="slidenum">
              <a:rPr lang="en-US" smtClean="0"/>
              <a:t>9</a:t>
            </a:fld>
            <a:endParaRPr lang="en-US"/>
          </a:p>
        </p:txBody>
      </p:sp>
    </p:spTree>
    <p:extLst>
      <p:ext uri="{BB962C8B-B14F-4D97-AF65-F5344CB8AC3E}">
        <p14:creationId xmlns:p14="http://schemas.microsoft.com/office/powerpoint/2010/main" val="335718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389F1B17-DB85-1E42-9992-CBA72BA94B4F}" type="slidenum">
              <a:rPr lang="en-US" smtClean="0"/>
              <a:t>11</a:t>
            </a:fld>
            <a:endParaRPr lang="en-US"/>
          </a:p>
        </p:txBody>
      </p:sp>
    </p:spTree>
    <p:extLst>
      <p:ext uri="{BB962C8B-B14F-4D97-AF65-F5344CB8AC3E}">
        <p14:creationId xmlns:p14="http://schemas.microsoft.com/office/powerpoint/2010/main" val="2673588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.66 R2</a:t>
            </a:r>
          </a:p>
        </p:txBody>
      </p:sp>
      <p:sp>
        <p:nvSpPr>
          <p:cNvPr id="4" name="Slide Number Placeholder 3"/>
          <p:cNvSpPr>
            <a:spLocks noGrp="1"/>
          </p:cNvSpPr>
          <p:nvPr>
            <p:ph type="sldNum" sz="quarter" idx="5"/>
          </p:nvPr>
        </p:nvSpPr>
        <p:spPr/>
        <p:txBody>
          <a:bodyPr/>
          <a:lstStyle/>
          <a:p>
            <a:fld id="{389F1B17-DB85-1E42-9992-CBA72BA94B4F}" type="slidenum">
              <a:rPr lang="en-US" smtClean="0"/>
              <a:t>14</a:t>
            </a:fld>
            <a:endParaRPr lang="en-US"/>
          </a:p>
        </p:txBody>
      </p:sp>
    </p:spTree>
    <p:extLst>
      <p:ext uri="{BB962C8B-B14F-4D97-AF65-F5344CB8AC3E}">
        <p14:creationId xmlns:p14="http://schemas.microsoft.com/office/powerpoint/2010/main" val="5958041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exit velocity is predicted based on the pitch characteristics and launch angle. The difference between realized EV and </a:t>
            </a:r>
            <a:r>
              <a:rPr lang="en-US" dirty="0" err="1"/>
              <a:t>xEV</a:t>
            </a:r>
            <a:r>
              <a:rPr lang="en-US" dirty="0"/>
              <a:t> is accredited towards </a:t>
            </a:r>
            <a:r>
              <a:rPr lang="en-US"/>
              <a:t>the batter</a:t>
            </a:r>
            <a:endParaRPr lang="en-US" dirty="0"/>
          </a:p>
        </p:txBody>
      </p:sp>
      <p:sp>
        <p:nvSpPr>
          <p:cNvPr id="4" name="Slide Number Placeholder 3"/>
          <p:cNvSpPr>
            <a:spLocks noGrp="1"/>
          </p:cNvSpPr>
          <p:nvPr>
            <p:ph type="sldNum" sz="quarter" idx="5"/>
          </p:nvPr>
        </p:nvSpPr>
        <p:spPr/>
        <p:txBody>
          <a:bodyPr/>
          <a:lstStyle/>
          <a:p>
            <a:fld id="{389F1B17-DB85-1E42-9992-CBA72BA94B4F}" type="slidenum">
              <a:rPr lang="en-US" smtClean="0"/>
              <a:t>16</a:t>
            </a:fld>
            <a:endParaRPr lang="en-US"/>
          </a:p>
        </p:txBody>
      </p:sp>
    </p:spTree>
    <p:extLst>
      <p:ext uri="{BB962C8B-B14F-4D97-AF65-F5344CB8AC3E}">
        <p14:creationId xmlns:p14="http://schemas.microsoft.com/office/powerpoint/2010/main" val="2611288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a linear regression model trained on 2018 data, we came to these weights.</a:t>
            </a:r>
          </a:p>
        </p:txBody>
      </p:sp>
      <p:sp>
        <p:nvSpPr>
          <p:cNvPr id="4" name="Slide Number Placeholder 3"/>
          <p:cNvSpPr>
            <a:spLocks noGrp="1"/>
          </p:cNvSpPr>
          <p:nvPr>
            <p:ph type="sldNum" sz="quarter" idx="5"/>
          </p:nvPr>
        </p:nvSpPr>
        <p:spPr/>
        <p:txBody>
          <a:bodyPr/>
          <a:lstStyle/>
          <a:p>
            <a:fld id="{389F1B17-DB85-1E42-9992-CBA72BA94B4F}" type="slidenum">
              <a:rPr lang="en-US" smtClean="0"/>
              <a:t>23</a:t>
            </a:fld>
            <a:endParaRPr lang="en-US"/>
          </a:p>
        </p:txBody>
      </p:sp>
    </p:spTree>
    <p:extLst>
      <p:ext uri="{BB962C8B-B14F-4D97-AF65-F5344CB8AC3E}">
        <p14:creationId xmlns:p14="http://schemas.microsoft.com/office/powerpoint/2010/main" val="10663528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Pitcher plus</a:t>
            </a:r>
          </a:p>
        </p:txBody>
      </p:sp>
      <p:sp>
        <p:nvSpPr>
          <p:cNvPr id="4" name="Slide Number Placeholder 3"/>
          <p:cNvSpPr>
            <a:spLocks noGrp="1"/>
          </p:cNvSpPr>
          <p:nvPr>
            <p:ph type="sldNum" sz="quarter" idx="5"/>
          </p:nvPr>
        </p:nvSpPr>
        <p:spPr/>
        <p:txBody>
          <a:bodyPr/>
          <a:lstStyle/>
          <a:p>
            <a:fld id="{389F1B17-DB85-1E42-9992-CBA72BA94B4F}" type="slidenum">
              <a:rPr lang="en-US" smtClean="0"/>
              <a:t>24</a:t>
            </a:fld>
            <a:endParaRPr lang="en-US"/>
          </a:p>
        </p:txBody>
      </p:sp>
    </p:spTree>
    <p:extLst>
      <p:ext uri="{BB962C8B-B14F-4D97-AF65-F5344CB8AC3E}">
        <p14:creationId xmlns:p14="http://schemas.microsoft.com/office/powerpoint/2010/main" val="11910211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8ECB0-9E96-AFF3-26C6-1ABD2B68945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06A971C-2D26-BD2E-BD3C-6879136224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1871AC4-39EA-1C37-7AF9-A609CF54C4ED}"/>
              </a:ext>
            </a:extLst>
          </p:cNvPr>
          <p:cNvSpPr>
            <a:spLocks noGrp="1"/>
          </p:cNvSpPr>
          <p:nvPr>
            <p:ph type="dt" sz="half" idx="10"/>
          </p:nvPr>
        </p:nvSpPr>
        <p:spPr/>
        <p:txBody>
          <a:bodyPr/>
          <a:lstStyle/>
          <a:p>
            <a:fld id="{5586B75A-687E-405C-8A0B-8D00578BA2C3}" type="datetimeFigureOut">
              <a:rPr lang="en-US" smtClean="0"/>
              <a:pPr/>
              <a:t>10/5/25</a:t>
            </a:fld>
            <a:endParaRPr lang="en-US" dirty="0"/>
          </a:p>
        </p:txBody>
      </p:sp>
      <p:sp>
        <p:nvSpPr>
          <p:cNvPr id="5" name="Footer Placeholder 4">
            <a:extLst>
              <a:ext uri="{FF2B5EF4-FFF2-40B4-BE49-F238E27FC236}">
                <a16:creationId xmlns:a16="http://schemas.microsoft.com/office/drawing/2014/main" id="{2F1BB2C6-CB4E-5A26-027D-FF3CBC35F4A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5FE6B93-6CAF-8E51-BA44-70B83CD55211}"/>
              </a:ext>
            </a:extLst>
          </p:cNvPr>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183361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41155-8C1B-2E1B-0F83-400FAFE0038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0CA3EF9-E3BF-F952-A077-CBCDB148A77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D60723-250E-BA06-9E37-5536DB2A2380}"/>
              </a:ext>
            </a:extLst>
          </p:cNvPr>
          <p:cNvSpPr>
            <a:spLocks noGrp="1"/>
          </p:cNvSpPr>
          <p:nvPr>
            <p:ph type="dt" sz="half" idx="10"/>
          </p:nvPr>
        </p:nvSpPr>
        <p:spPr/>
        <p:txBody>
          <a:bodyPr/>
          <a:lstStyle/>
          <a:p>
            <a:fld id="{5586B75A-687E-405C-8A0B-8D00578BA2C3}" type="datetimeFigureOut">
              <a:rPr lang="en-US" smtClean="0"/>
              <a:pPr/>
              <a:t>10/5/25</a:t>
            </a:fld>
            <a:endParaRPr lang="en-US" dirty="0"/>
          </a:p>
        </p:txBody>
      </p:sp>
      <p:sp>
        <p:nvSpPr>
          <p:cNvPr id="5" name="Footer Placeholder 4">
            <a:extLst>
              <a:ext uri="{FF2B5EF4-FFF2-40B4-BE49-F238E27FC236}">
                <a16:creationId xmlns:a16="http://schemas.microsoft.com/office/drawing/2014/main" id="{367A78C0-4FCE-700D-2CD2-A7CD0615BC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B94CC43-597B-B650-D3FD-65B9A6D46A72}"/>
              </a:ext>
            </a:extLst>
          </p:cNvPr>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55369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B28A9-FBAE-DBEE-D360-8927A32A74C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4EE4B52-D566-C7E7-B366-CEF9070130D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2A7FCD5-E337-B374-ED07-567196A0E27B}"/>
              </a:ext>
            </a:extLst>
          </p:cNvPr>
          <p:cNvSpPr>
            <a:spLocks noGrp="1"/>
          </p:cNvSpPr>
          <p:nvPr>
            <p:ph type="dt" sz="half" idx="10"/>
          </p:nvPr>
        </p:nvSpPr>
        <p:spPr/>
        <p:txBody>
          <a:bodyPr/>
          <a:lstStyle/>
          <a:p>
            <a:fld id="{5586B75A-687E-405C-8A0B-8D00578BA2C3}" type="datetimeFigureOut">
              <a:rPr lang="en-US" smtClean="0"/>
              <a:pPr/>
              <a:t>10/5/25</a:t>
            </a:fld>
            <a:endParaRPr lang="en-US" dirty="0"/>
          </a:p>
        </p:txBody>
      </p:sp>
      <p:sp>
        <p:nvSpPr>
          <p:cNvPr id="5" name="Footer Placeholder 4">
            <a:extLst>
              <a:ext uri="{FF2B5EF4-FFF2-40B4-BE49-F238E27FC236}">
                <a16:creationId xmlns:a16="http://schemas.microsoft.com/office/drawing/2014/main" id="{431619EB-A9C1-6714-B496-C7CB546FAE4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5DBDA8A-F901-9101-9BB2-084846BC6E86}"/>
              </a:ext>
            </a:extLst>
          </p:cNvPr>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6377960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ECDDB-40B6-D490-9E9D-BD5697A3C09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500D7F7-3DFD-CFEE-A6C3-8AA0E070629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8268E8E-3A2F-5A7A-0FC1-66905B0E5EF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C8FDD59-DE3E-5D50-17F2-AE37A8B503B8}"/>
              </a:ext>
            </a:extLst>
          </p:cNvPr>
          <p:cNvSpPr>
            <a:spLocks noGrp="1"/>
          </p:cNvSpPr>
          <p:nvPr>
            <p:ph type="dt" sz="half" idx="10"/>
          </p:nvPr>
        </p:nvSpPr>
        <p:spPr/>
        <p:txBody>
          <a:bodyPr/>
          <a:lstStyle/>
          <a:p>
            <a:fld id="{5586B75A-687E-405C-8A0B-8D00578BA2C3}" type="datetimeFigureOut">
              <a:rPr lang="en-US" smtClean="0"/>
              <a:pPr/>
              <a:t>10/5/25</a:t>
            </a:fld>
            <a:endParaRPr lang="en-US" dirty="0"/>
          </a:p>
        </p:txBody>
      </p:sp>
      <p:sp>
        <p:nvSpPr>
          <p:cNvPr id="6" name="Footer Placeholder 5">
            <a:extLst>
              <a:ext uri="{FF2B5EF4-FFF2-40B4-BE49-F238E27FC236}">
                <a16:creationId xmlns:a16="http://schemas.microsoft.com/office/drawing/2014/main" id="{79F4D982-F992-3FBE-E781-4C6B6E2AE0A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2C6833F-719B-70B3-0F35-38350D0E7BBB}"/>
              </a:ext>
            </a:extLst>
          </p:cNvPr>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723156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62477-2B44-30FA-2306-7932C232205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90278E1-9F60-8767-1C9D-FB6A27D81D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5062DE6-27F8-BF9B-3BA7-4D7E88140E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06E158C-ABE7-2538-4AEE-02C0543149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E7D9ED7-B5F5-D3A8-3E9C-EEFF29E422A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84ABCF0-C2B8-D4A2-DA18-15742DC06EDF}"/>
              </a:ext>
            </a:extLst>
          </p:cNvPr>
          <p:cNvSpPr>
            <a:spLocks noGrp="1"/>
          </p:cNvSpPr>
          <p:nvPr>
            <p:ph type="dt" sz="half" idx="10"/>
          </p:nvPr>
        </p:nvSpPr>
        <p:spPr/>
        <p:txBody>
          <a:bodyPr/>
          <a:lstStyle/>
          <a:p>
            <a:fld id="{5586B75A-687E-405C-8A0B-8D00578BA2C3}" type="datetimeFigureOut">
              <a:rPr lang="en-US" smtClean="0"/>
              <a:pPr/>
              <a:t>10/5/25</a:t>
            </a:fld>
            <a:endParaRPr lang="en-US" dirty="0"/>
          </a:p>
        </p:txBody>
      </p:sp>
      <p:sp>
        <p:nvSpPr>
          <p:cNvPr id="8" name="Footer Placeholder 7">
            <a:extLst>
              <a:ext uri="{FF2B5EF4-FFF2-40B4-BE49-F238E27FC236}">
                <a16:creationId xmlns:a16="http://schemas.microsoft.com/office/drawing/2014/main" id="{C49CDD39-1543-381C-A1F1-9C48AB000BA5}"/>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32DCDC0A-3D59-124B-E9FF-5B92C9A6276B}"/>
              </a:ext>
            </a:extLst>
          </p:cNvPr>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29974303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72973-18F4-B617-F5BA-91A19A66682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926CFD5-405F-24FD-847C-448DE93F3AD3}"/>
              </a:ext>
            </a:extLst>
          </p:cNvPr>
          <p:cNvSpPr>
            <a:spLocks noGrp="1"/>
          </p:cNvSpPr>
          <p:nvPr>
            <p:ph type="dt" sz="half" idx="10"/>
          </p:nvPr>
        </p:nvSpPr>
        <p:spPr/>
        <p:txBody>
          <a:bodyPr/>
          <a:lstStyle/>
          <a:p>
            <a:fld id="{5586B75A-687E-405C-8A0B-8D00578BA2C3}" type="datetimeFigureOut">
              <a:rPr lang="en-US" smtClean="0"/>
              <a:pPr/>
              <a:t>10/5/25</a:t>
            </a:fld>
            <a:endParaRPr lang="en-US" dirty="0"/>
          </a:p>
        </p:txBody>
      </p:sp>
      <p:sp>
        <p:nvSpPr>
          <p:cNvPr id="4" name="Footer Placeholder 3">
            <a:extLst>
              <a:ext uri="{FF2B5EF4-FFF2-40B4-BE49-F238E27FC236}">
                <a16:creationId xmlns:a16="http://schemas.microsoft.com/office/drawing/2014/main" id="{0C8E6A0B-40A0-5A64-D439-398EAE4F0BD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3699D9D-513B-1AB8-EB88-1B18547A986F}"/>
              </a:ext>
            </a:extLst>
          </p:cNvPr>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6980721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83C017A-A55D-93D4-837C-EE25B5FDEE8E}"/>
              </a:ext>
            </a:extLst>
          </p:cNvPr>
          <p:cNvSpPr>
            <a:spLocks noGrp="1"/>
          </p:cNvSpPr>
          <p:nvPr>
            <p:ph type="dt" sz="half" idx="10"/>
          </p:nvPr>
        </p:nvSpPr>
        <p:spPr/>
        <p:txBody>
          <a:bodyPr/>
          <a:lstStyle/>
          <a:p>
            <a:fld id="{5586B75A-687E-405C-8A0B-8D00578BA2C3}" type="datetimeFigureOut">
              <a:rPr lang="en-US" smtClean="0"/>
              <a:pPr/>
              <a:t>10/5/25</a:t>
            </a:fld>
            <a:endParaRPr lang="en-US" dirty="0"/>
          </a:p>
        </p:txBody>
      </p:sp>
      <p:sp>
        <p:nvSpPr>
          <p:cNvPr id="3" name="Footer Placeholder 2">
            <a:extLst>
              <a:ext uri="{FF2B5EF4-FFF2-40B4-BE49-F238E27FC236}">
                <a16:creationId xmlns:a16="http://schemas.microsoft.com/office/drawing/2014/main" id="{F99526AC-E034-1B40-1C06-DEFF71CD9D4B}"/>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8E871904-F73B-C0BF-1FD8-2312CBF21AEE}"/>
              </a:ext>
            </a:extLst>
          </p:cNvPr>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37429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CB93D-83CC-BE16-F8EE-E5602193ED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FC04EBC-2EAB-4A19-8038-EB0A10DDE0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E4B60E3-40DB-198E-0C56-782907EEE8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F0DFE4-DCBD-B52D-189A-08B8B5253F26}"/>
              </a:ext>
            </a:extLst>
          </p:cNvPr>
          <p:cNvSpPr>
            <a:spLocks noGrp="1"/>
          </p:cNvSpPr>
          <p:nvPr>
            <p:ph type="dt" sz="half" idx="10"/>
          </p:nvPr>
        </p:nvSpPr>
        <p:spPr/>
        <p:txBody>
          <a:bodyPr/>
          <a:lstStyle/>
          <a:p>
            <a:fld id="{5586B75A-687E-405C-8A0B-8D00578BA2C3}" type="datetimeFigureOut">
              <a:rPr lang="en-US" smtClean="0"/>
              <a:pPr/>
              <a:t>10/5/25</a:t>
            </a:fld>
            <a:endParaRPr lang="en-US" dirty="0"/>
          </a:p>
        </p:txBody>
      </p:sp>
      <p:sp>
        <p:nvSpPr>
          <p:cNvPr id="6" name="Footer Placeholder 5">
            <a:extLst>
              <a:ext uri="{FF2B5EF4-FFF2-40B4-BE49-F238E27FC236}">
                <a16:creationId xmlns:a16="http://schemas.microsoft.com/office/drawing/2014/main" id="{FC584DA8-A81F-6293-19A9-77B2B40C435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A7A8EFA-F4DF-0C73-EA2F-7A71DF6A7DC1}"/>
              </a:ext>
            </a:extLst>
          </p:cNvPr>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8323795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7C132-C9DB-5180-8DA4-EB8F8AD435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49A597B-5409-3B58-9694-54998429B2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38002D9-FED4-E056-BA56-AAD36B6CE4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102273-3289-D29A-5C46-D78F60219FC5}"/>
              </a:ext>
            </a:extLst>
          </p:cNvPr>
          <p:cNvSpPr>
            <a:spLocks noGrp="1"/>
          </p:cNvSpPr>
          <p:nvPr>
            <p:ph type="dt" sz="half" idx="10"/>
          </p:nvPr>
        </p:nvSpPr>
        <p:spPr/>
        <p:txBody>
          <a:bodyPr/>
          <a:lstStyle/>
          <a:p>
            <a:fld id="{5586B75A-687E-405C-8A0B-8D00578BA2C3}" type="datetimeFigureOut">
              <a:rPr lang="en-US" smtClean="0"/>
              <a:pPr/>
              <a:t>10/5/25</a:t>
            </a:fld>
            <a:endParaRPr lang="en-US" dirty="0"/>
          </a:p>
        </p:txBody>
      </p:sp>
      <p:sp>
        <p:nvSpPr>
          <p:cNvPr id="6" name="Footer Placeholder 5">
            <a:extLst>
              <a:ext uri="{FF2B5EF4-FFF2-40B4-BE49-F238E27FC236}">
                <a16:creationId xmlns:a16="http://schemas.microsoft.com/office/drawing/2014/main" id="{2CEF64A8-3CDE-D721-71C6-F3ECD8713EC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9AEC0DB5-9EFB-F444-F87F-5307963712B7}"/>
              </a:ext>
            </a:extLst>
          </p:cNvPr>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157624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2A4B0-33D4-5FC9-0A20-534A68DAA0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01D04E4-E96F-46DE-99AC-5141DFD62B0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8424C8-805D-DDEB-9D14-0168B25EAD39}"/>
              </a:ext>
            </a:extLst>
          </p:cNvPr>
          <p:cNvSpPr>
            <a:spLocks noGrp="1"/>
          </p:cNvSpPr>
          <p:nvPr>
            <p:ph type="dt" sz="half" idx="10"/>
          </p:nvPr>
        </p:nvSpPr>
        <p:spPr/>
        <p:txBody>
          <a:bodyPr/>
          <a:lstStyle/>
          <a:p>
            <a:fld id="{5586B75A-687E-405C-8A0B-8D00578BA2C3}" type="datetimeFigureOut">
              <a:rPr lang="en-US" smtClean="0"/>
              <a:pPr/>
              <a:t>10/5/25</a:t>
            </a:fld>
            <a:endParaRPr lang="en-US" dirty="0"/>
          </a:p>
        </p:txBody>
      </p:sp>
      <p:sp>
        <p:nvSpPr>
          <p:cNvPr id="5" name="Footer Placeholder 4">
            <a:extLst>
              <a:ext uri="{FF2B5EF4-FFF2-40B4-BE49-F238E27FC236}">
                <a16:creationId xmlns:a16="http://schemas.microsoft.com/office/drawing/2014/main" id="{529B6EEB-8E7F-5BCE-70BE-F363CB33BD0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4A58332-58B6-334F-55B5-12EA11F56DB2}"/>
              </a:ext>
            </a:extLst>
          </p:cNvPr>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5378967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AA1A732-84CA-0321-8A87-C756A9D1449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B086CB5-B4EB-7B84-C060-CA7DDB65C23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950DA8-183C-35A6-9225-DFE98D47FA0A}"/>
              </a:ext>
            </a:extLst>
          </p:cNvPr>
          <p:cNvSpPr>
            <a:spLocks noGrp="1"/>
          </p:cNvSpPr>
          <p:nvPr>
            <p:ph type="dt" sz="half" idx="10"/>
          </p:nvPr>
        </p:nvSpPr>
        <p:spPr/>
        <p:txBody>
          <a:bodyPr/>
          <a:lstStyle/>
          <a:p>
            <a:fld id="{5586B75A-687E-405C-8A0B-8D00578BA2C3}" type="datetimeFigureOut">
              <a:rPr lang="en-US" smtClean="0"/>
              <a:pPr/>
              <a:t>10/5/25</a:t>
            </a:fld>
            <a:endParaRPr lang="en-US" dirty="0"/>
          </a:p>
        </p:txBody>
      </p:sp>
      <p:sp>
        <p:nvSpPr>
          <p:cNvPr id="5" name="Footer Placeholder 4">
            <a:extLst>
              <a:ext uri="{FF2B5EF4-FFF2-40B4-BE49-F238E27FC236}">
                <a16:creationId xmlns:a16="http://schemas.microsoft.com/office/drawing/2014/main" id="{77580354-7273-2B7E-8AF4-3B28A9D1849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5E11329-FE7A-9B8C-AFEE-977F29D52C79}"/>
              </a:ext>
            </a:extLst>
          </p:cNvPr>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8734717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12440F-5F91-7A53-600F-610440A995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8576B9C-C8A3-BCC0-37C0-A30522E4C1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0889FD-77CF-0658-CBFE-B1D7E85F3A1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586B75A-687E-405C-8A0B-8D00578BA2C3}" type="datetimeFigureOut">
              <a:rPr lang="en-US" smtClean="0"/>
              <a:pPr/>
              <a:t>10/5/25</a:t>
            </a:fld>
            <a:endParaRPr lang="en-US" dirty="0"/>
          </a:p>
        </p:txBody>
      </p:sp>
      <p:sp>
        <p:nvSpPr>
          <p:cNvPr id="5" name="Footer Placeholder 4">
            <a:extLst>
              <a:ext uri="{FF2B5EF4-FFF2-40B4-BE49-F238E27FC236}">
                <a16:creationId xmlns:a16="http://schemas.microsoft.com/office/drawing/2014/main" id="{91A0C958-6900-CF34-4756-796663B475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24E3276F-E84E-15E1-41A5-2BCE0496E7F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973170738"/>
      </p:ext>
    </p:extLst>
  </p:cSld>
  <p:clrMap bg1="lt1" tx1="dk1" bg2="lt2" tx2="dk2" accent1="accent1" accent2="accent2" accent3="accent3" accent4="accent4" accent5="accent5" accent6="accent6" hlink="hlink" folHlink="folHlink"/>
  <p:sldLayoutIdLst>
    <p:sldLayoutId id="2147484057" r:id="rId1"/>
    <p:sldLayoutId id="2147484058" r:id="rId2"/>
    <p:sldLayoutId id="2147484059" r:id="rId3"/>
    <p:sldLayoutId id="2147484060" r:id="rId4"/>
    <p:sldLayoutId id="2147484061" r:id="rId5"/>
    <p:sldLayoutId id="2147484062" r:id="rId6"/>
    <p:sldLayoutId id="2147484063" r:id="rId7"/>
    <p:sldLayoutId id="2147484064" r:id="rId8"/>
    <p:sldLayoutId id="2147484065" r:id="rId9"/>
    <p:sldLayoutId id="2147484066" r:id="rId10"/>
    <p:sldLayoutId id="2147484067"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8" Type="http://schemas.openxmlformats.org/officeDocument/2006/relationships/diagramData" Target="../diagrams/data5.xml"/><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4.xml"/><Relationship Id="rId11" Type="http://schemas.openxmlformats.org/officeDocument/2006/relationships/diagramColors" Target="../diagrams/colors4.xml"/><Relationship Id="rId5" Type="http://schemas.openxmlformats.org/officeDocument/2006/relationships/diagramQuickStyle" Target="../diagrams/quickStyle4.xml"/><Relationship Id="rId10" Type="http://schemas.openxmlformats.org/officeDocument/2006/relationships/diagramQuickStyle" Target="../diagrams/quickStyle4.xml"/><Relationship Id="rId4" Type="http://schemas.openxmlformats.org/officeDocument/2006/relationships/diagramLayout" Target="../diagrams/layout4.xml"/><Relationship Id="rId9"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2.png"/><Relationship Id="rId7" Type="http://schemas.openxmlformats.org/officeDocument/2006/relationships/diagramColors" Target="../diagrams/colors5.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6.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0" name="Group 49">
            <a:extLst>
              <a:ext uri="{FF2B5EF4-FFF2-40B4-BE49-F238E27FC236}">
                <a16:creationId xmlns:a16="http://schemas.microsoft.com/office/drawing/2014/main" id="{C2616E71-7702-4514-BCE4-BAADB22ED83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848" y="0"/>
            <a:ext cx="12188949" cy="6858000"/>
            <a:chOff x="-2848" y="0"/>
            <a:chExt cx="12188949" cy="6858000"/>
          </a:xfrm>
        </p:grpSpPr>
        <p:sp>
          <p:nvSpPr>
            <p:cNvPr id="51" name="Color Cover">
              <a:extLst>
                <a:ext uri="{FF2B5EF4-FFF2-40B4-BE49-F238E27FC236}">
                  <a16:creationId xmlns:a16="http://schemas.microsoft.com/office/drawing/2014/main" id="{15F9A7D7-E8EB-49D7-ACB0-13481EF1B6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48" y="0"/>
              <a:ext cx="12188949" cy="6858000"/>
            </a:xfrm>
            <a:prstGeom prst="rect">
              <a:avLst/>
            </a:prstGeom>
            <a:solidFill>
              <a:schemeClr val="accent5">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Color Cover">
              <a:extLst>
                <a:ext uri="{FF2B5EF4-FFF2-40B4-BE49-F238E27FC236}">
                  <a16:creationId xmlns:a16="http://schemas.microsoft.com/office/drawing/2014/main" id="{044CB560-3BF4-4256-8C60-8864DA0ABF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48" y="0"/>
              <a:ext cx="12188949" cy="6858000"/>
            </a:xfrm>
            <a:prstGeom prst="rect">
              <a:avLst/>
            </a:prstGeom>
            <a:solidFill>
              <a:schemeClr val="accent6">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54" name="Group 53">
            <a:extLst>
              <a:ext uri="{FF2B5EF4-FFF2-40B4-BE49-F238E27FC236}">
                <a16:creationId xmlns:a16="http://schemas.microsoft.com/office/drawing/2014/main" id="{A2840072-D6EC-480D-9A1B-928B36F9238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51279" y="598259"/>
            <a:ext cx="10889442" cy="5680742"/>
            <a:chOff x="651279" y="598259"/>
            <a:chExt cx="10889442" cy="5680742"/>
          </a:xfrm>
        </p:grpSpPr>
        <p:sp>
          <p:nvSpPr>
            <p:cNvPr id="55" name="Color">
              <a:extLst>
                <a:ext uri="{FF2B5EF4-FFF2-40B4-BE49-F238E27FC236}">
                  <a16:creationId xmlns:a16="http://schemas.microsoft.com/office/drawing/2014/main" id="{CADDA0B4-EE72-46AA-A7BB-C271924B72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Color">
              <a:extLst>
                <a:ext uri="{FF2B5EF4-FFF2-40B4-BE49-F238E27FC236}">
                  <a16:creationId xmlns:a16="http://schemas.microsoft.com/office/drawing/2014/main" id="{B2519E48-483B-4612-935D-790A10605F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6" name="Picture 5" descr="A red and black logo&#10;&#10;Description automatically generated">
            <a:extLst>
              <a:ext uri="{FF2B5EF4-FFF2-40B4-BE49-F238E27FC236}">
                <a16:creationId xmlns:a16="http://schemas.microsoft.com/office/drawing/2014/main" id="{F9286D55-CA5E-7127-C79C-8787B8A527B8}"/>
              </a:ext>
            </a:extLst>
          </p:cNvPr>
          <p:cNvPicPr>
            <a:picLocks noChangeAspect="1"/>
          </p:cNvPicPr>
          <p:nvPr/>
        </p:nvPicPr>
        <p:blipFill>
          <a:blip r:embed="rId3"/>
          <a:stretch>
            <a:fillRect/>
          </a:stretch>
        </p:blipFill>
        <p:spPr>
          <a:xfrm>
            <a:off x="7832949" y="4520353"/>
            <a:ext cx="3641154" cy="2048148"/>
          </a:xfrm>
          <a:prstGeom prst="rect">
            <a:avLst/>
          </a:prstGeom>
        </p:spPr>
      </p:pic>
      <p:grpSp>
        <p:nvGrpSpPr>
          <p:cNvPr id="58" name="Group 57">
            <a:extLst>
              <a:ext uri="{FF2B5EF4-FFF2-40B4-BE49-F238E27FC236}">
                <a16:creationId xmlns:a16="http://schemas.microsoft.com/office/drawing/2014/main" id="{E27AF472-EAE3-4572-AB69-B92BD10DBC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59" name="Freeform: Shape 58">
              <a:extLst>
                <a:ext uri="{FF2B5EF4-FFF2-40B4-BE49-F238E27FC236}">
                  <a16:creationId xmlns:a16="http://schemas.microsoft.com/office/drawing/2014/main" id="{BF4DB9D2-6215-420C-874C-82EADF8C6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60" name="Freeform: Shape 59">
              <a:extLst>
                <a:ext uri="{FF2B5EF4-FFF2-40B4-BE49-F238E27FC236}">
                  <a16:creationId xmlns:a16="http://schemas.microsoft.com/office/drawing/2014/main" id="{1F003139-C97C-44FA-B139-32E4DFDCE9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61" name="Freeform: Shape 60">
              <a:extLst>
                <a:ext uri="{FF2B5EF4-FFF2-40B4-BE49-F238E27FC236}">
                  <a16:creationId xmlns:a16="http://schemas.microsoft.com/office/drawing/2014/main" id="{5CE4DD6E-8CEA-45EE-B630-DBC22144D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62" name="Freeform: Shape 61">
              <a:extLst>
                <a:ext uri="{FF2B5EF4-FFF2-40B4-BE49-F238E27FC236}">
                  <a16:creationId xmlns:a16="http://schemas.microsoft.com/office/drawing/2014/main" id="{A4372F7F-AA3C-470B-AA61-7C35B7722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63" name="Freeform: Shape 62">
              <a:extLst>
                <a:ext uri="{FF2B5EF4-FFF2-40B4-BE49-F238E27FC236}">
                  <a16:creationId xmlns:a16="http://schemas.microsoft.com/office/drawing/2014/main" id="{34B605BF-D199-43DD-9328-E99F2ADFC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64" name="Freeform: Shape 63">
              <a:extLst>
                <a:ext uri="{FF2B5EF4-FFF2-40B4-BE49-F238E27FC236}">
                  <a16:creationId xmlns:a16="http://schemas.microsoft.com/office/drawing/2014/main" id="{E5D42A77-7336-4A35-8922-8098A16AA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65" name="Freeform: Shape 64">
              <a:extLst>
                <a:ext uri="{FF2B5EF4-FFF2-40B4-BE49-F238E27FC236}">
                  <a16:creationId xmlns:a16="http://schemas.microsoft.com/office/drawing/2014/main" id="{7401EE7D-B85D-4C10-AB8C-71884EFB1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41AEAFFE-36CF-76B3-F46F-D5668FD480BC}"/>
              </a:ext>
            </a:extLst>
          </p:cNvPr>
          <p:cNvSpPr>
            <a:spLocks noGrp="1"/>
          </p:cNvSpPr>
          <p:nvPr>
            <p:ph type="ctrTitle"/>
          </p:nvPr>
        </p:nvSpPr>
        <p:spPr>
          <a:xfrm>
            <a:off x="1012644" y="841664"/>
            <a:ext cx="7171236" cy="2782723"/>
          </a:xfrm>
        </p:spPr>
        <p:txBody>
          <a:bodyPr anchor="b">
            <a:normAutofit/>
          </a:bodyPr>
          <a:lstStyle/>
          <a:p>
            <a:pPr algn="l"/>
            <a:r>
              <a:rPr lang="en-US" sz="4800" dirty="0">
                <a:solidFill>
                  <a:schemeClr val="bg1"/>
                </a:solidFill>
              </a:rPr>
              <a:t>Evaluating Offensive Tools with Ball Tracking Data</a:t>
            </a:r>
          </a:p>
        </p:txBody>
      </p:sp>
      <p:sp>
        <p:nvSpPr>
          <p:cNvPr id="3" name="Subtitle 2">
            <a:extLst>
              <a:ext uri="{FF2B5EF4-FFF2-40B4-BE49-F238E27FC236}">
                <a16:creationId xmlns:a16="http://schemas.microsoft.com/office/drawing/2014/main" id="{F71F9092-62B4-AFC6-8EFB-16257F5C3757}"/>
              </a:ext>
            </a:extLst>
          </p:cNvPr>
          <p:cNvSpPr>
            <a:spLocks noGrp="1"/>
          </p:cNvSpPr>
          <p:nvPr>
            <p:ph type="subTitle" idx="1"/>
          </p:nvPr>
        </p:nvSpPr>
        <p:spPr>
          <a:xfrm>
            <a:off x="1012643" y="3764655"/>
            <a:ext cx="6503725" cy="1936059"/>
          </a:xfrm>
        </p:spPr>
        <p:txBody>
          <a:bodyPr anchor="t">
            <a:normAutofit/>
          </a:bodyPr>
          <a:lstStyle/>
          <a:p>
            <a:pPr algn="l"/>
            <a:r>
              <a:rPr lang="en-US" dirty="0">
                <a:solidFill>
                  <a:schemeClr val="bg1"/>
                </a:solidFill>
              </a:rPr>
              <a:t>By Reece Calvin</a:t>
            </a:r>
          </a:p>
          <a:p>
            <a:pPr algn="l"/>
            <a:r>
              <a:rPr lang="en-US" dirty="0">
                <a:solidFill>
                  <a:schemeClr val="bg1"/>
                </a:solidFill>
              </a:rPr>
              <a:t>Northeastern University Sports Analytics Club</a:t>
            </a:r>
          </a:p>
        </p:txBody>
      </p:sp>
    </p:spTree>
    <p:extLst>
      <p:ext uri="{BB962C8B-B14F-4D97-AF65-F5344CB8AC3E}">
        <p14:creationId xmlns:p14="http://schemas.microsoft.com/office/powerpoint/2010/main" val="2290057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0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Slide background fill">
            <a:extLst>
              <a:ext uri="{FF2B5EF4-FFF2-40B4-BE49-F238E27FC236}">
                <a16:creationId xmlns:a16="http://schemas.microsoft.com/office/drawing/2014/main" id="{8DF67618-B87B-4195-8E24-3B126F79F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Color 2">
            <a:extLst>
              <a:ext uri="{FF2B5EF4-FFF2-40B4-BE49-F238E27FC236}">
                <a16:creationId xmlns:a16="http://schemas.microsoft.com/office/drawing/2014/main" id="{64960379-9FF9-400A-A8A8-F5AB633FD3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8" name="Group 17">
            <a:extLst>
              <a:ext uri="{FF2B5EF4-FFF2-40B4-BE49-F238E27FC236}">
                <a16:creationId xmlns:a16="http://schemas.microsoft.com/office/drawing/2014/main" id="{2C491629-AE25-486B-9B22-2CE4EE8F7E4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218159" cy="6858000"/>
            <a:chOff x="651279" y="598259"/>
            <a:chExt cx="10889442" cy="5680742"/>
          </a:xfrm>
        </p:grpSpPr>
        <p:sp>
          <p:nvSpPr>
            <p:cNvPr id="19" name="Color">
              <a:extLst>
                <a:ext uri="{FF2B5EF4-FFF2-40B4-BE49-F238E27FC236}">
                  <a16:creationId xmlns:a16="http://schemas.microsoft.com/office/drawing/2014/main" id="{590EB173-7DC2-4BE8-BC08-19BC09DBD9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Color">
              <a:extLst>
                <a:ext uri="{FF2B5EF4-FFF2-40B4-BE49-F238E27FC236}">
                  <a16:creationId xmlns:a16="http://schemas.microsoft.com/office/drawing/2014/main" id="{0731E2C9-2CF0-48B4-9CEA-35B2199AF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2" name="Group 21">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23" name="Freeform: Shape 22">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5" name="Freeform: Shape 24">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6" name="Freeform: Shape 25">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7" name="Freeform: Shape 26">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8" name="Freeform: Shape 27">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9" name="Freeform: Shape 28">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37FC76D1-2249-85E0-18A9-E87B4528B0AB}"/>
              </a:ext>
            </a:extLst>
          </p:cNvPr>
          <p:cNvSpPr>
            <a:spLocks noGrp="1"/>
          </p:cNvSpPr>
          <p:nvPr>
            <p:ph type="title"/>
          </p:nvPr>
        </p:nvSpPr>
        <p:spPr>
          <a:xfrm>
            <a:off x="786385" y="841248"/>
            <a:ext cx="5129600" cy="5340097"/>
          </a:xfrm>
        </p:spPr>
        <p:txBody>
          <a:bodyPr anchor="ctr">
            <a:normAutofit/>
          </a:bodyPr>
          <a:lstStyle/>
          <a:p>
            <a:r>
              <a:rPr lang="en-US" sz="4800" dirty="0">
                <a:solidFill>
                  <a:schemeClr val="bg1"/>
                </a:solidFill>
              </a:rPr>
              <a:t>Offensive Tools</a:t>
            </a:r>
          </a:p>
        </p:txBody>
      </p:sp>
      <p:graphicFrame>
        <p:nvGraphicFramePr>
          <p:cNvPr id="5" name="Content Placeholder 2">
            <a:extLst>
              <a:ext uri="{FF2B5EF4-FFF2-40B4-BE49-F238E27FC236}">
                <a16:creationId xmlns:a16="http://schemas.microsoft.com/office/drawing/2014/main" id="{EE16861C-7090-A90A-0F59-28E8F2F24347}"/>
              </a:ext>
            </a:extLst>
          </p:cNvPr>
          <p:cNvGraphicFramePr>
            <a:graphicFrameLocks/>
          </p:cNvGraphicFramePr>
          <p:nvPr>
            <p:extLst>
              <p:ext uri="{D42A27DB-BD31-4B8C-83A1-F6EECF244321}">
                <p14:modId xmlns:p14="http://schemas.microsoft.com/office/powerpoint/2010/main" val="971835895"/>
              </p:ext>
            </p:extLst>
          </p:nvPr>
        </p:nvGraphicFramePr>
        <p:xfrm>
          <a:off x="6525628" y="529388"/>
          <a:ext cx="4828172" cy="56519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604404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Slide background fill">
            <a:extLst>
              <a:ext uri="{FF2B5EF4-FFF2-40B4-BE49-F238E27FC236}">
                <a16:creationId xmlns:a16="http://schemas.microsoft.com/office/drawing/2014/main" id="{8DF67618-B87B-4195-8E24-3B126F79F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Color 2">
            <a:extLst>
              <a:ext uri="{FF2B5EF4-FFF2-40B4-BE49-F238E27FC236}">
                <a16:creationId xmlns:a16="http://schemas.microsoft.com/office/drawing/2014/main" id="{64960379-9FF9-400A-A8A8-F5AB633FD3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8" name="Group 17">
            <a:extLst>
              <a:ext uri="{FF2B5EF4-FFF2-40B4-BE49-F238E27FC236}">
                <a16:creationId xmlns:a16="http://schemas.microsoft.com/office/drawing/2014/main" id="{2C491629-AE25-486B-9B22-2CE4EE8F7E4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218159" cy="6858000"/>
            <a:chOff x="651279" y="598259"/>
            <a:chExt cx="10889442" cy="5680742"/>
          </a:xfrm>
        </p:grpSpPr>
        <p:sp>
          <p:nvSpPr>
            <p:cNvPr id="19" name="Color">
              <a:extLst>
                <a:ext uri="{FF2B5EF4-FFF2-40B4-BE49-F238E27FC236}">
                  <a16:creationId xmlns:a16="http://schemas.microsoft.com/office/drawing/2014/main" id="{590EB173-7DC2-4BE8-BC08-19BC09DBD9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Color">
              <a:extLst>
                <a:ext uri="{FF2B5EF4-FFF2-40B4-BE49-F238E27FC236}">
                  <a16:creationId xmlns:a16="http://schemas.microsoft.com/office/drawing/2014/main" id="{0731E2C9-2CF0-48B4-9CEA-35B2199AF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2" name="Group 21">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23" name="Freeform: Shape 22">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5" name="Freeform: Shape 24">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6" name="Freeform: Shape 25">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7" name="Freeform: Shape 26">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8" name="Freeform: Shape 27">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9" name="Freeform: Shape 28">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37FC76D1-2249-85E0-18A9-E87B4528B0AB}"/>
              </a:ext>
            </a:extLst>
          </p:cNvPr>
          <p:cNvSpPr>
            <a:spLocks noGrp="1"/>
          </p:cNvSpPr>
          <p:nvPr>
            <p:ph type="title"/>
          </p:nvPr>
        </p:nvSpPr>
        <p:spPr>
          <a:xfrm>
            <a:off x="786385" y="841248"/>
            <a:ext cx="5129600" cy="5340097"/>
          </a:xfrm>
        </p:spPr>
        <p:txBody>
          <a:bodyPr anchor="ctr">
            <a:normAutofit/>
          </a:bodyPr>
          <a:lstStyle/>
          <a:p>
            <a:r>
              <a:rPr lang="en-US" sz="4800" dirty="0">
                <a:solidFill>
                  <a:schemeClr val="bg1"/>
                </a:solidFill>
              </a:rPr>
              <a:t>Offensive Tools</a:t>
            </a:r>
          </a:p>
        </p:txBody>
      </p:sp>
      <p:graphicFrame>
        <p:nvGraphicFramePr>
          <p:cNvPr id="6" name="Content Placeholder 2">
            <a:extLst>
              <a:ext uri="{FF2B5EF4-FFF2-40B4-BE49-F238E27FC236}">
                <a16:creationId xmlns:a16="http://schemas.microsoft.com/office/drawing/2014/main" id="{A594CFD0-034B-3F2C-86A1-10E4E8075582}"/>
              </a:ext>
            </a:extLst>
          </p:cNvPr>
          <p:cNvGraphicFramePr>
            <a:graphicFrameLocks/>
          </p:cNvGraphicFramePr>
          <p:nvPr>
            <p:extLst>
              <p:ext uri="{D42A27DB-BD31-4B8C-83A1-F6EECF244321}">
                <p14:modId xmlns:p14="http://schemas.microsoft.com/office/powerpoint/2010/main" val="574999146"/>
              </p:ext>
            </p:extLst>
          </p:nvPr>
        </p:nvGraphicFramePr>
        <p:xfrm>
          <a:off x="6525628" y="529388"/>
          <a:ext cx="4828172" cy="56519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822295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alpha val="91000"/>
          </a:schemeClr>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B37E655-7AE0-A53B-D7DC-D9621383D4C0}"/>
              </a:ext>
            </a:extLst>
          </p:cNvPr>
          <p:cNvPicPr>
            <a:picLocks noChangeAspect="1"/>
          </p:cNvPicPr>
          <p:nvPr/>
        </p:nvPicPr>
        <p:blipFill>
          <a:blip r:embed="rId3"/>
          <a:stretch>
            <a:fillRect/>
          </a:stretch>
        </p:blipFill>
        <p:spPr>
          <a:xfrm>
            <a:off x="0" y="-1"/>
            <a:ext cx="12192000" cy="3691055"/>
          </a:xfrm>
          <a:prstGeom prst="rect">
            <a:avLst/>
          </a:prstGeom>
        </p:spPr>
      </p:pic>
      <p:sp>
        <p:nvSpPr>
          <p:cNvPr id="2" name="Title 1">
            <a:extLst>
              <a:ext uri="{FF2B5EF4-FFF2-40B4-BE49-F238E27FC236}">
                <a16:creationId xmlns:a16="http://schemas.microsoft.com/office/drawing/2014/main" id="{2543B729-3AD3-2E0D-43BA-958926836124}"/>
              </a:ext>
            </a:extLst>
          </p:cNvPr>
          <p:cNvSpPr>
            <a:spLocks noGrp="1"/>
          </p:cNvSpPr>
          <p:nvPr>
            <p:ph type="title"/>
          </p:nvPr>
        </p:nvSpPr>
        <p:spPr>
          <a:xfrm>
            <a:off x="789708" y="1014574"/>
            <a:ext cx="9725730" cy="2226769"/>
          </a:xfrm>
        </p:spPr>
        <p:txBody>
          <a:bodyPr vert="horz" lIns="91440" tIns="45720" rIns="91440" bIns="45720" rtlCol="0" anchor="ctr">
            <a:normAutofit/>
          </a:bodyPr>
          <a:lstStyle/>
          <a:p>
            <a:r>
              <a:rPr lang="en-US" sz="4800" kern="1200" dirty="0">
                <a:solidFill>
                  <a:schemeClr val="bg1"/>
                </a:solidFill>
                <a:latin typeface="+mj-lt"/>
                <a:ea typeface="+mj-ea"/>
                <a:cs typeface="+mj-cs"/>
              </a:rPr>
              <a:t>Swing Decision</a:t>
            </a:r>
          </a:p>
        </p:txBody>
      </p:sp>
      <p:sp>
        <p:nvSpPr>
          <p:cNvPr id="3" name="Content Placeholder 2">
            <a:extLst>
              <a:ext uri="{FF2B5EF4-FFF2-40B4-BE49-F238E27FC236}">
                <a16:creationId xmlns:a16="http://schemas.microsoft.com/office/drawing/2014/main" id="{8C610854-80C9-1209-DFDE-3165F3B94B48}"/>
              </a:ext>
            </a:extLst>
          </p:cNvPr>
          <p:cNvSpPr>
            <a:spLocks noGrp="1"/>
          </p:cNvSpPr>
          <p:nvPr>
            <p:ph idx="1"/>
          </p:nvPr>
        </p:nvSpPr>
        <p:spPr>
          <a:xfrm>
            <a:off x="789708" y="3812004"/>
            <a:ext cx="11160554" cy="2904105"/>
          </a:xfrm>
        </p:spPr>
        <p:txBody>
          <a:bodyPr vert="horz" lIns="91440" tIns="45720" rIns="91440" bIns="45720" rtlCol="0" anchor="ctr">
            <a:normAutofit fontScale="70000" lnSpcReduction="20000"/>
          </a:bodyPr>
          <a:lstStyle/>
          <a:p>
            <a:pPr marL="0" indent="0">
              <a:buNone/>
            </a:pPr>
            <a:r>
              <a:rPr lang="en-US" sz="3600" b="1" dirty="0">
                <a:solidFill>
                  <a:schemeClr val="tx2"/>
                </a:solidFill>
              </a:rPr>
              <a:t>Objectives:</a:t>
            </a:r>
            <a:r>
              <a:rPr lang="en-US" sz="3600" dirty="0">
                <a:solidFill>
                  <a:schemeClr val="tx2"/>
                </a:solidFill>
              </a:rPr>
              <a:t> </a:t>
            </a:r>
          </a:p>
          <a:p>
            <a:pPr marL="0" indent="0">
              <a:lnSpc>
                <a:spcPct val="150000"/>
              </a:lnSpc>
              <a:buNone/>
            </a:pPr>
            <a:r>
              <a:rPr lang="en-US" sz="3600" dirty="0">
                <a:solidFill>
                  <a:schemeClr val="tx2"/>
                </a:solidFill>
              </a:rPr>
              <a:t>Judge each pitch based on its velo, movement, </a:t>
            </a:r>
            <a:r>
              <a:rPr lang="en-US" sz="3600">
                <a:solidFill>
                  <a:schemeClr val="tx2"/>
                </a:solidFill>
              </a:rPr>
              <a:t>count, </a:t>
            </a:r>
            <a:r>
              <a:rPr lang="en-US" sz="3600" dirty="0">
                <a:solidFill>
                  <a:schemeClr val="tx2"/>
                </a:solidFill>
              </a:rPr>
              <a:t>and location</a:t>
            </a:r>
          </a:p>
          <a:p>
            <a:pPr marL="457200" lvl="1" indent="0">
              <a:lnSpc>
                <a:spcPct val="150000"/>
              </a:lnSpc>
              <a:buNone/>
            </a:pPr>
            <a:r>
              <a:rPr lang="en-US" sz="3200" dirty="0">
                <a:solidFill>
                  <a:schemeClr val="tx2"/>
                </a:solidFill>
              </a:rPr>
              <a:t>Score the pitch based on the expected run value</a:t>
            </a:r>
          </a:p>
          <a:p>
            <a:pPr marL="0" indent="0">
              <a:lnSpc>
                <a:spcPct val="150000"/>
              </a:lnSpc>
              <a:buNone/>
            </a:pPr>
            <a:r>
              <a:rPr lang="en-US" sz="3600" dirty="0">
                <a:solidFill>
                  <a:schemeClr val="tx2"/>
                </a:solidFill>
              </a:rPr>
              <a:t>Punish hitters for swinging at bad pitches</a:t>
            </a:r>
          </a:p>
          <a:p>
            <a:pPr marL="0" indent="0">
              <a:lnSpc>
                <a:spcPct val="150000"/>
              </a:lnSpc>
              <a:buNone/>
            </a:pPr>
            <a:r>
              <a:rPr lang="en-US" sz="3600" dirty="0">
                <a:solidFill>
                  <a:schemeClr val="tx2"/>
                </a:solidFill>
              </a:rPr>
              <a:t>Reward hitters for swinging at good pitches</a:t>
            </a:r>
          </a:p>
        </p:txBody>
      </p:sp>
    </p:spTree>
    <p:extLst>
      <p:ext uri="{BB962C8B-B14F-4D97-AF65-F5344CB8AC3E}">
        <p14:creationId xmlns:p14="http://schemas.microsoft.com/office/powerpoint/2010/main" val="26129081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6" name="Slide background fill">
            <a:extLst>
              <a:ext uri="{FF2B5EF4-FFF2-40B4-BE49-F238E27FC236}">
                <a16:creationId xmlns:a16="http://schemas.microsoft.com/office/drawing/2014/main" id="{8DF67618-B87B-4195-8E24-3B126F79F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Color 2">
            <a:extLst>
              <a:ext uri="{FF2B5EF4-FFF2-40B4-BE49-F238E27FC236}">
                <a16:creationId xmlns:a16="http://schemas.microsoft.com/office/drawing/2014/main" id="{64960379-9FF9-400A-A8A8-F5AB633FD3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0" name="Group 59">
            <a:extLst>
              <a:ext uri="{FF2B5EF4-FFF2-40B4-BE49-F238E27FC236}">
                <a16:creationId xmlns:a16="http://schemas.microsoft.com/office/drawing/2014/main" id="{2C491629-AE25-486B-9B22-2CE4EE8F7E4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218159" cy="6858000"/>
            <a:chOff x="651279" y="598259"/>
            <a:chExt cx="10889442" cy="5680742"/>
          </a:xfrm>
        </p:grpSpPr>
        <p:sp>
          <p:nvSpPr>
            <p:cNvPr id="61" name="Color">
              <a:extLst>
                <a:ext uri="{FF2B5EF4-FFF2-40B4-BE49-F238E27FC236}">
                  <a16:creationId xmlns:a16="http://schemas.microsoft.com/office/drawing/2014/main" id="{590EB173-7DC2-4BE8-BC08-19BC09DBD9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Color">
              <a:extLst>
                <a:ext uri="{FF2B5EF4-FFF2-40B4-BE49-F238E27FC236}">
                  <a16:creationId xmlns:a16="http://schemas.microsoft.com/office/drawing/2014/main" id="{0731E2C9-2CF0-48B4-9CEA-35B2199AF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64" name="Group 63">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65" name="Freeform: Shape 64">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66" name="Freeform: Shape 65">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67" name="Freeform: Shape 66">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68" name="Freeform: Shape 67">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69" name="Freeform: Shape 68">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70" name="Freeform: Shape 69">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71" name="Freeform: Shape 70">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BE479F78-635C-D4BE-6643-A40E9C485C57}"/>
              </a:ext>
            </a:extLst>
          </p:cNvPr>
          <p:cNvSpPr>
            <a:spLocks noGrp="1"/>
          </p:cNvSpPr>
          <p:nvPr>
            <p:ph type="title"/>
          </p:nvPr>
        </p:nvSpPr>
        <p:spPr>
          <a:xfrm>
            <a:off x="786385" y="841248"/>
            <a:ext cx="5129600" cy="5340097"/>
          </a:xfrm>
        </p:spPr>
        <p:txBody>
          <a:bodyPr anchor="ctr">
            <a:normAutofit/>
          </a:bodyPr>
          <a:lstStyle/>
          <a:p>
            <a:r>
              <a:rPr lang="en-US" sz="4800" kern="1200" dirty="0">
                <a:solidFill>
                  <a:schemeClr val="bg1"/>
                </a:solidFill>
                <a:latin typeface="+mj-lt"/>
                <a:ea typeface="+mj-ea"/>
                <a:cs typeface="+mj-cs"/>
              </a:rPr>
              <a:t>Swing Decision </a:t>
            </a:r>
            <a:r>
              <a:rPr lang="en-US" sz="4800" b="1" kern="1200">
                <a:solidFill>
                  <a:schemeClr val="bg1"/>
                </a:solidFill>
                <a:latin typeface="+mj-lt"/>
                <a:ea typeface="+mj-ea"/>
                <a:cs typeface="+mj-cs"/>
              </a:rPr>
              <a:t>Models</a:t>
            </a:r>
            <a:endParaRPr lang="en-US" sz="4800" b="1">
              <a:solidFill>
                <a:schemeClr val="bg1"/>
              </a:solidFill>
            </a:endParaRPr>
          </a:p>
        </p:txBody>
      </p:sp>
      <p:graphicFrame>
        <p:nvGraphicFramePr>
          <p:cNvPr id="52" name="Content Placeholder 2">
            <a:extLst>
              <a:ext uri="{FF2B5EF4-FFF2-40B4-BE49-F238E27FC236}">
                <a16:creationId xmlns:a16="http://schemas.microsoft.com/office/drawing/2014/main" id="{E92EB49D-AB19-FB67-2C3B-64D0C4B65FAC}"/>
              </a:ext>
            </a:extLst>
          </p:cNvPr>
          <p:cNvGraphicFramePr>
            <a:graphicFrameLocks noGrp="1"/>
          </p:cNvGraphicFramePr>
          <p:nvPr>
            <p:ph idx="1"/>
            <p:extLst>
              <p:ext uri="{D42A27DB-BD31-4B8C-83A1-F6EECF244321}">
                <p14:modId xmlns:p14="http://schemas.microsoft.com/office/powerpoint/2010/main" val="2397712541"/>
              </p:ext>
            </p:extLst>
          </p:nvPr>
        </p:nvGraphicFramePr>
        <p:xfrm>
          <a:off x="6525628" y="529388"/>
          <a:ext cx="4828172" cy="56519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256445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Color Cover">
            <a:extLst>
              <a:ext uri="{FF2B5EF4-FFF2-40B4-BE49-F238E27FC236}">
                <a16:creationId xmlns:a16="http://schemas.microsoft.com/office/drawing/2014/main" id="{815925C2-A704-4D47-B1C1-3FCA52512E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Color Cover">
            <a:extLst>
              <a:ext uri="{FF2B5EF4-FFF2-40B4-BE49-F238E27FC236}">
                <a16:creationId xmlns:a16="http://schemas.microsoft.com/office/drawing/2014/main" id="{01D4315C-C23C-4FD3-98DF-08C29E2292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9" name="Group 38">
            <a:extLst>
              <a:ext uri="{FF2B5EF4-FFF2-40B4-BE49-F238E27FC236}">
                <a16:creationId xmlns:a16="http://schemas.microsoft.com/office/drawing/2014/main" id="{5E6B47BC-43FD-4C91-8BFF-B41B99A8A39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064235" cy="6858000"/>
            <a:chOff x="651279" y="598259"/>
            <a:chExt cx="10889442" cy="5680742"/>
          </a:xfrm>
        </p:grpSpPr>
        <p:sp>
          <p:nvSpPr>
            <p:cNvPr id="40" name="Color">
              <a:extLst>
                <a:ext uri="{FF2B5EF4-FFF2-40B4-BE49-F238E27FC236}">
                  <a16:creationId xmlns:a16="http://schemas.microsoft.com/office/drawing/2014/main" id="{13038185-AC3C-4595-945F-25311424C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Color">
              <a:extLst>
                <a:ext uri="{FF2B5EF4-FFF2-40B4-BE49-F238E27FC236}">
                  <a16:creationId xmlns:a16="http://schemas.microsoft.com/office/drawing/2014/main" id="{75D51AA0-C095-4650-A361-B294320BFE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3" name="Group 42">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44" name="Freeform: Shape 43">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5" name="Freeform: Shape 44">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6" name="Freeform: Shape 45">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7" name="Freeform: Shape 46">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8" name="Freeform: Shape 47">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9" name="Freeform: Shape 48">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50" name="Freeform: Shape 49">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BE479F78-635C-D4BE-6643-A40E9C485C57}"/>
              </a:ext>
            </a:extLst>
          </p:cNvPr>
          <p:cNvSpPr>
            <a:spLocks noGrp="1"/>
          </p:cNvSpPr>
          <p:nvPr>
            <p:ph type="title"/>
          </p:nvPr>
        </p:nvSpPr>
        <p:spPr>
          <a:xfrm>
            <a:off x="786385" y="841248"/>
            <a:ext cx="5129600" cy="5340097"/>
          </a:xfrm>
        </p:spPr>
        <p:txBody>
          <a:bodyPr anchor="ctr">
            <a:normAutofit/>
          </a:bodyPr>
          <a:lstStyle/>
          <a:p>
            <a:r>
              <a:rPr lang="en-US" sz="4800" kern="1200" dirty="0">
                <a:solidFill>
                  <a:schemeClr val="bg1"/>
                </a:solidFill>
                <a:latin typeface="+mj-lt"/>
                <a:ea typeface="+mj-ea"/>
                <a:cs typeface="+mj-cs"/>
              </a:rPr>
              <a:t>Swing Decision </a:t>
            </a:r>
            <a:r>
              <a:rPr lang="en-US" sz="4800" b="1" kern="1200" dirty="0">
                <a:solidFill>
                  <a:schemeClr val="bg1"/>
                </a:solidFill>
                <a:latin typeface="+mj-lt"/>
                <a:ea typeface="+mj-ea"/>
                <a:cs typeface="+mj-cs"/>
              </a:rPr>
              <a:t>Variables and Formulas</a:t>
            </a:r>
            <a:endParaRPr lang="en-US" sz="4800" b="1" dirty="0">
              <a:solidFill>
                <a:schemeClr val="bg1"/>
              </a:solidFill>
            </a:endParaRPr>
          </a:p>
        </p:txBody>
      </p:sp>
      <mc:AlternateContent xmlns:mc="http://schemas.openxmlformats.org/markup-compatibility/2006" xmlns:a14="http://schemas.microsoft.com/office/drawing/2010/main">
        <mc:Choice Requires="a14">
          <p:graphicFrame>
            <p:nvGraphicFramePr>
              <p:cNvPr id="3" name="Content Placeholder 2">
                <a:extLst>
                  <a:ext uri="{FF2B5EF4-FFF2-40B4-BE49-F238E27FC236}">
                    <a16:creationId xmlns:a16="http://schemas.microsoft.com/office/drawing/2014/main" id="{E3940564-FF41-5063-49D8-8AE0F4D383E2}"/>
                  </a:ext>
                </a:extLst>
              </p:cNvPr>
              <p:cNvGraphicFramePr>
                <a:graphicFrameLocks/>
              </p:cNvGraphicFramePr>
              <p:nvPr>
                <p:extLst>
                  <p:ext uri="{D42A27DB-BD31-4B8C-83A1-F6EECF244321}">
                    <p14:modId xmlns:p14="http://schemas.microsoft.com/office/powerpoint/2010/main" val="904401410"/>
                  </p:ext>
                </p:extLst>
              </p:nvPr>
            </p:nvGraphicFramePr>
            <p:xfrm>
              <a:off x="6693297" y="603022"/>
              <a:ext cx="4828172" cy="56519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Choice>
        <mc:Fallback xmlns="">
          <p:graphicFrame>
            <p:nvGraphicFramePr>
              <p:cNvPr id="3" name="Content Placeholder 2">
                <a:extLst>
                  <a:ext uri="{FF2B5EF4-FFF2-40B4-BE49-F238E27FC236}">
                    <a16:creationId xmlns:a16="http://schemas.microsoft.com/office/drawing/2014/main" id="{E3940564-FF41-5063-49D8-8AE0F4D383E2}"/>
                  </a:ext>
                </a:extLst>
              </p:cNvPr>
              <p:cNvGraphicFramePr>
                <a:graphicFrameLocks/>
              </p:cNvGraphicFramePr>
              <p:nvPr>
                <p:extLst>
                  <p:ext uri="{D42A27DB-BD31-4B8C-83A1-F6EECF244321}">
                    <p14:modId xmlns:p14="http://schemas.microsoft.com/office/powerpoint/2010/main" val="904401410"/>
                  </p:ext>
                </p:extLst>
              </p:nvPr>
            </p:nvGraphicFramePr>
            <p:xfrm>
              <a:off x="6693297" y="603022"/>
              <a:ext cx="4828172" cy="5651955"/>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mc:Fallback>
      </mc:AlternateContent>
    </p:spTree>
    <p:extLst>
      <p:ext uri="{BB962C8B-B14F-4D97-AF65-F5344CB8AC3E}">
        <p14:creationId xmlns:p14="http://schemas.microsoft.com/office/powerpoint/2010/main" val="27666592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A373D9F-5447-0DB3-2465-D4CABF56673A}"/>
              </a:ext>
            </a:extLst>
          </p:cNvPr>
          <p:cNvPicPr>
            <a:picLocks noChangeAspect="1"/>
          </p:cNvPicPr>
          <p:nvPr/>
        </p:nvPicPr>
        <p:blipFill>
          <a:blip r:embed="rId3"/>
          <a:stretch>
            <a:fillRect/>
          </a:stretch>
        </p:blipFill>
        <p:spPr>
          <a:xfrm>
            <a:off x="0" y="1"/>
            <a:ext cx="12192000" cy="1572322"/>
          </a:xfrm>
          <a:prstGeom prst="rect">
            <a:avLst/>
          </a:prstGeom>
        </p:spPr>
      </p:pic>
      <p:sp>
        <p:nvSpPr>
          <p:cNvPr id="2" name="Title 1">
            <a:extLst>
              <a:ext uri="{FF2B5EF4-FFF2-40B4-BE49-F238E27FC236}">
                <a16:creationId xmlns:a16="http://schemas.microsoft.com/office/drawing/2014/main" id="{5AE4D204-359D-35C0-5574-2ADC72830328}"/>
              </a:ext>
            </a:extLst>
          </p:cNvPr>
          <p:cNvSpPr>
            <a:spLocks noGrp="1"/>
          </p:cNvSpPr>
          <p:nvPr>
            <p:ph type="title"/>
          </p:nvPr>
        </p:nvSpPr>
        <p:spPr>
          <a:xfrm>
            <a:off x="876691" y="301843"/>
            <a:ext cx="10477109" cy="1003532"/>
          </a:xfrm>
        </p:spPr>
        <p:txBody>
          <a:bodyPr anchor="ctr">
            <a:normAutofit/>
          </a:bodyPr>
          <a:lstStyle/>
          <a:p>
            <a:r>
              <a:rPr lang="en-US" sz="3200" dirty="0">
                <a:solidFill>
                  <a:srgbClr val="FFFFFF"/>
                </a:solidFill>
              </a:rPr>
              <a:t>How is the Final Score Calculated</a:t>
            </a:r>
          </a:p>
        </p:txBody>
      </p:sp>
      <p:graphicFrame>
        <p:nvGraphicFramePr>
          <p:cNvPr id="4" name="Content Placeholder 3">
            <a:extLst>
              <a:ext uri="{FF2B5EF4-FFF2-40B4-BE49-F238E27FC236}">
                <a16:creationId xmlns:a16="http://schemas.microsoft.com/office/drawing/2014/main" id="{0A91E923-E46E-C649-0155-529D889343BC}"/>
              </a:ext>
            </a:extLst>
          </p:cNvPr>
          <p:cNvGraphicFramePr>
            <a:graphicFrameLocks noGrp="1"/>
          </p:cNvGraphicFramePr>
          <p:nvPr>
            <p:ph idx="1"/>
            <p:extLst>
              <p:ext uri="{D42A27DB-BD31-4B8C-83A1-F6EECF244321}">
                <p14:modId xmlns:p14="http://schemas.microsoft.com/office/powerpoint/2010/main" val="2264328572"/>
              </p:ext>
            </p:extLst>
          </p:nvPr>
        </p:nvGraphicFramePr>
        <p:xfrm>
          <a:off x="1799521" y="1924593"/>
          <a:ext cx="8592957" cy="441883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5819094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A45B4F5-AE83-8417-9BB6-38160211EBA9}"/>
              </a:ext>
            </a:extLst>
          </p:cNvPr>
          <p:cNvPicPr>
            <a:picLocks noChangeAspect="1"/>
          </p:cNvPicPr>
          <p:nvPr/>
        </p:nvPicPr>
        <p:blipFill>
          <a:blip r:embed="rId2"/>
          <a:stretch>
            <a:fillRect/>
          </a:stretch>
        </p:blipFill>
        <p:spPr>
          <a:xfrm>
            <a:off x="0" y="0"/>
            <a:ext cx="12192000" cy="1744717"/>
          </a:xfrm>
          <a:prstGeom prst="rect">
            <a:avLst/>
          </a:prstGeom>
        </p:spPr>
      </p:pic>
      <p:sp>
        <p:nvSpPr>
          <p:cNvPr id="2" name="Title 1">
            <a:extLst>
              <a:ext uri="{FF2B5EF4-FFF2-40B4-BE49-F238E27FC236}">
                <a16:creationId xmlns:a16="http://schemas.microsoft.com/office/drawing/2014/main" id="{F7240E62-569A-BBE6-6C20-3812DDAAAA1C}"/>
              </a:ext>
            </a:extLst>
          </p:cNvPr>
          <p:cNvSpPr>
            <a:spLocks noGrp="1"/>
          </p:cNvSpPr>
          <p:nvPr>
            <p:ph type="title"/>
          </p:nvPr>
        </p:nvSpPr>
        <p:spPr>
          <a:xfrm>
            <a:off x="838201" y="300580"/>
            <a:ext cx="9829800" cy="1089529"/>
          </a:xfrm>
        </p:spPr>
        <p:txBody>
          <a:bodyPr>
            <a:normAutofit/>
          </a:bodyPr>
          <a:lstStyle/>
          <a:p>
            <a:r>
              <a:rPr lang="en-US" sz="3600" dirty="0">
                <a:solidFill>
                  <a:srgbClr val="FFFFFF"/>
                </a:solidFill>
              </a:rPr>
              <a:t>Swing Decisions Leaders</a:t>
            </a:r>
          </a:p>
        </p:txBody>
      </p:sp>
      <p:graphicFrame>
        <p:nvGraphicFramePr>
          <p:cNvPr id="4" name="Content Placeholder 3">
            <a:extLst>
              <a:ext uri="{FF2B5EF4-FFF2-40B4-BE49-F238E27FC236}">
                <a16:creationId xmlns:a16="http://schemas.microsoft.com/office/drawing/2014/main" id="{32CCA65C-354D-93AA-E72E-7C368D305183}"/>
              </a:ext>
            </a:extLst>
          </p:cNvPr>
          <p:cNvGraphicFramePr>
            <a:graphicFrameLocks/>
          </p:cNvGraphicFramePr>
          <p:nvPr>
            <p:extLst>
              <p:ext uri="{D42A27DB-BD31-4B8C-83A1-F6EECF244321}">
                <p14:modId xmlns:p14="http://schemas.microsoft.com/office/powerpoint/2010/main" val="3510806719"/>
              </p:ext>
            </p:extLst>
          </p:nvPr>
        </p:nvGraphicFramePr>
        <p:xfrm>
          <a:off x="838201" y="1991268"/>
          <a:ext cx="4509977" cy="4348480"/>
        </p:xfrm>
        <a:graphic>
          <a:graphicData uri="http://schemas.openxmlformats.org/drawingml/2006/table">
            <a:tbl>
              <a:tblPr firstRow="1" bandRow="1">
                <a:tableStyleId>{5C22544A-7EE6-4342-B048-85BDC9FD1C3A}</a:tableStyleId>
              </a:tblPr>
              <a:tblGrid>
                <a:gridCol w="469604">
                  <a:extLst>
                    <a:ext uri="{9D8B030D-6E8A-4147-A177-3AD203B41FA5}">
                      <a16:colId xmlns:a16="http://schemas.microsoft.com/office/drawing/2014/main" val="1990438616"/>
                    </a:ext>
                  </a:extLst>
                </a:gridCol>
                <a:gridCol w="2371061">
                  <a:extLst>
                    <a:ext uri="{9D8B030D-6E8A-4147-A177-3AD203B41FA5}">
                      <a16:colId xmlns:a16="http://schemas.microsoft.com/office/drawing/2014/main" val="863939307"/>
                    </a:ext>
                  </a:extLst>
                </a:gridCol>
                <a:gridCol w="829340">
                  <a:extLst>
                    <a:ext uri="{9D8B030D-6E8A-4147-A177-3AD203B41FA5}">
                      <a16:colId xmlns:a16="http://schemas.microsoft.com/office/drawing/2014/main" val="4286077369"/>
                    </a:ext>
                  </a:extLst>
                </a:gridCol>
                <a:gridCol w="839972">
                  <a:extLst>
                    <a:ext uri="{9D8B030D-6E8A-4147-A177-3AD203B41FA5}">
                      <a16:colId xmlns:a16="http://schemas.microsoft.com/office/drawing/2014/main" val="656629024"/>
                    </a:ext>
                  </a:extLst>
                </a:gridCol>
              </a:tblGrid>
              <a:tr h="370840">
                <a:tc>
                  <a:txBody>
                    <a:bodyPr/>
                    <a:lstStyle/>
                    <a:p>
                      <a:endParaRPr lang="en-US" dirty="0"/>
                    </a:p>
                  </a:txBody>
                  <a:tcPr>
                    <a:solidFill>
                      <a:schemeClr val="accent5">
                        <a:lumMod val="75000"/>
                      </a:schemeClr>
                    </a:solidFill>
                  </a:tcPr>
                </a:tc>
                <a:tc>
                  <a:txBody>
                    <a:bodyPr/>
                    <a:lstStyle/>
                    <a:p>
                      <a:r>
                        <a:rPr lang="en-US" dirty="0"/>
                        <a:t>Name</a:t>
                      </a:r>
                    </a:p>
                  </a:txBody>
                  <a:tcPr anchor="ctr">
                    <a:solidFill>
                      <a:schemeClr val="accent5">
                        <a:lumMod val="75000"/>
                      </a:schemeClr>
                    </a:solidFill>
                  </a:tcPr>
                </a:tc>
                <a:tc>
                  <a:txBody>
                    <a:bodyPr/>
                    <a:lstStyle/>
                    <a:p>
                      <a:r>
                        <a:rPr lang="en-US" dirty="0"/>
                        <a:t>2023 Grade</a:t>
                      </a:r>
                    </a:p>
                  </a:txBody>
                  <a:tcPr>
                    <a:solidFill>
                      <a:schemeClr val="accent5">
                        <a:lumMod val="75000"/>
                      </a:schemeClr>
                    </a:solidFill>
                  </a:tcPr>
                </a:tc>
                <a:tc>
                  <a:txBody>
                    <a:bodyPr/>
                    <a:lstStyle/>
                    <a:p>
                      <a:r>
                        <a:rPr lang="en-US" dirty="0"/>
                        <a:t>2024 Grade</a:t>
                      </a:r>
                    </a:p>
                  </a:txBody>
                  <a:tcPr>
                    <a:solidFill>
                      <a:schemeClr val="accent5">
                        <a:lumMod val="75000"/>
                      </a:schemeClr>
                    </a:solidFill>
                  </a:tcPr>
                </a:tc>
                <a:extLst>
                  <a:ext uri="{0D108BD9-81ED-4DB2-BD59-A6C34878D82A}">
                    <a16:rowId xmlns:a16="http://schemas.microsoft.com/office/drawing/2014/main" val="218310895"/>
                  </a:ext>
                </a:extLst>
              </a:tr>
              <a:tr h="370840">
                <a:tc>
                  <a:txBody>
                    <a:bodyPr/>
                    <a:lstStyle/>
                    <a:p>
                      <a:r>
                        <a:rPr lang="en-US" dirty="0"/>
                        <a:t>1</a:t>
                      </a:r>
                    </a:p>
                  </a:txBody>
                  <a:tcPr/>
                </a:tc>
                <a:tc>
                  <a:txBody>
                    <a:bodyPr/>
                    <a:lstStyle/>
                    <a:p>
                      <a:r>
                        <a:rPr lang="en-US" dirty="0"/>
                        <a:t>Marcus </a:t>
                      </a:r>
                      <a:r>
                        <a:rPr lang="en-US" dirty="0" err="1"/>
                        <a:t>Semien</a:t>
                      </a:r>
                      <a:endParaRPr lang="en-US" dirty="0"/>
                    </a:p>
                  </a:txBody>
                  <a:tcPr anchor="ctr"/>
                </a:tc>
                <a:tc>
                  <a:txBody>
                    <a:bodyPr/>
                    <a:lstStyle/>
                    <a:p>
                      <a:r>
                        <a:rPr lang="en-US" dirty="0"/>
                        <a:t>70</a:t>
                      </a:r>
                    </a:p>
                  </a:txBody>
                  <a:tcPr/>
                </a:tc>
                <a:tc>
                  <a:txBody>
                    <a:bodyPr/>
                    <a:lstStyle/>
                    <a:p>
                      <a:r>
                        <a:rPr lang="en-US" dirty="0"/>
                        <a:t>70</a:t>
                      </a:r>
                    </a:p>
                  </a:txBody>
                  <a:tcPr/>
                </a:tc>
                <a:extLst>
                  <a:ext uri="{0D108BD9-81ED-4DB2-BD59-A6C34878D82A}">
                    <a16:rowId xmlns:a16="http://schemas.microsoft.com/office/drawing/2014/main" val="3206669"/>
                  </a:ext>
                </a:extLst>
              </a:tr>
              <a:tr h="370840">
                <a:tc>
                  <a:txBody>
                    <a:bodyPr/>
                    <a:lstStyle/>
                    <a:p>
                      <a:r>
                        <a:rPr lang="en-US" dirty="0"/>
                        <a:t>2</a:t>
                      </a:r>
                    </a:p>
                  </a:txBody>
                  <a:tcPr/>
                </a:tc>
                <a:tc>
                  <a:txBody>
                    <a:bodyPr/>
                    <a:lstStyle/>
                    <a:p>
                      <a:r>
                        <a:rPr lang="en-US" dirty="0"/>
                        <a:t>Chris Taylor</a:t>
                      </a:r>
                    </a:p>
                  </a:txBody>
                  <a:tcPr anchor="ctr"/>
                </a:tc>
                <a:tc>
                  <a:txBody>
                    <a:bodyPr/>
                    <a:lstStyle/>
                    <a:p>
                      <a:r>
                        <a:rPr lang="en-US" dirty="0"/>
                        <a:t>70</a:t>
                      </a:r>
                    </a:p>
                  </a:txBody>
                  <a:tcPr/>
                </a:tc>
                <a:tc>
                  <a:txBody>
                    <a:bodyPr/>
                    <a:lstStyle/>
                    <a:p>
                      <a:r>
                        <a:rPr lang="en-US" dirty="0"/>
                        <a:t>-</a:t>
                      </a:r>
                    </a:p>
                  </a:txBody>
                  <a:tcPr/>
                </a:tc>
                <a:extLst>
                  <a:ext uri="{0D108BD9-81ED-4DB2-BD59-A6C34878D82A}">
                    <a16:rowId xmlns:a16="http://schemas.microsoft.com/office/drawing/2014/main" val="1848325926"/>
                  </a:ext>
                </a:extLst>
              </a:tr>
              <a:tr h="370840">
                <a:tc>
                  <a:txBody>
                    <a:bodyPr/>
                    <a:lstStyle/>
                    <a:p>
                      <a:r>
                        <a:rPr lang="en-US" dirty="0"/>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Brandon Belt</a:t>
                      </a:r>
                    </a:p>
                  </a:txBody>
                  <a:tcPr anchor="ctr"/>
                </a:tc>
                <a:tc>
                  <a:txBody>
                    <a:bodyPr/>
                    <a:lstStyle/>
                    <a:p>
                      <a:r>
                        <a:rPr lang="en-US" dirty="0"/>
                        <a:t>65</a:t>
                      </a:r>
                    </a:p>
                  </a:txBody>
                  <a:tcPr/>
                </a:tc>
                <a:tc>
                  <a:txBody>
                    <a:bodyPr/>
                    <a:lstStyle/>
                    <a:p>
                      <a:r>
                        <a:rPr lang="en-US" dirty="0"/>
                        <a:t>-</a:t>
                      </a:r>
                    </a:p>
                  </a:txBody>
                  <a:tcPr/>
                </a:tc>
                <a:extLst>
                  <a:ext uri="{0D108BD9-81ED-4DB2-BD59-A6C34878D82A}">
                    <a16:rowId xmlns:a16="http://schemas.microsoft.com/office/drawing/2014/main" val="1274399503"/>
                  </a:ext>
                </a:extLst>
              </a:tr>
              <a:tr h="370840">
                <a:tc>
                  <a:txBody>
                    <a:bodyPr/>
                    <a:lstStyle/>
                    <a:p>
                      <a:r>
                        <a:rPr lang="en-US" dirty="0"/>
                        <a:t>4</a:t>
                      </a:r>
                    </a:p>
                  </a:txBody>
                  <a:tcPr/>
                </a:tc>
                <a:tc>
                  <a:txBody>
                    <a:bodyPr/>
                    <a:lstStyle/>
                    <a:p>
                      <a:r>
                        <a:rPr lang="en-US" dirty="0"/>
                        <a:t>Kyle Tucker</a:t>
                      </a:r>
                    </a:p>
                  </a:txBody>
                  <a:tcPr anchor="ctr"/>
                </a:tc>
                <a:tc>
                  <a:txBody>
                    <a:bodyPr/>
                    <a:lstStyle/>
                    <a:p>
                      <a:r>
                        <a:rPr lang="en-US" dirty="0"/>
                        <a:t>70</a:t>
                      </a:r>
                    </a:p>
                  </a:txBody>
                  <a:tcPr/>
                </a:tc>
                <a:tc>
                  <a:txBody>
                    <a:bodyPr/>
                    <a:lstStyle/>
                    <a:p>
                      <a:r>
                        <a:rPr lang="en-US" dirty="0"/>
                        <a:t>70</a:t>
                      </a:r>
                    </a:p>
                  </a:txBody>
                  <a:tcPr/>
                </a:tc>
                <a:extLst>
                  <a:ext uri="{0D108BD9-81ED-4DB2-BD59-A6C34878D82A}">
                    <a16:rowId xmlns:a16="http://schemas.microsoft.com/office/drawing/2014/main" val="275075110"/>
                  </a:ext>
                </a:extLst>
              </a:tr>
              <a:tr h="370840">
                <a:tc>
                  <a:txBody>
                    <a:bodyPr/>
                    <a:lstStyle/>
                    <a:p>
                      <a:r>
                        <a:rPr lang="en-US" dirty="0"/>
                        <a:t>5</a:t>
                      </a:r>
                    </a:p>
                  </a:txBody>
                  <a:tcPr/>
                </a:tc>
                <a:tc>
                  <a:txBody>
                    <a:bodyPr/>
                    <a:lstStyle/>
                    <a:p>
                      <a:r>
                        <a:rPr lang="en-US" dirty="0"/>
                        <a:t>J. D. Davis</a:t>
                      </a:r>
                    </a:p>
                  </a:txBody>
                  <a:tcPr anchor="ctr"/>
                </a:tc>
                <a:tc>
                  <a:txBody>
                    <a:bodyPr/>
                    <a:lstStyle/>
                    <a:p>
                      <a:r>
                        <a:rPr lang="en-US" dirty="0"/>
                        <a:t>65</a:t>
                      </a:r>
                    </a:p>
                  </a:txBody>
                  <a:tcPr/>
                </a:tc>
                <a:tc>
                  <a:txBody>
                    <a:bodyPr/>
                    <a:lstStyle/>
                    <a:p>
                      <a:r>
                        <a:rPr lang="en-US" dirty="0"/>
                        <a:t>65</a:t>
                      </a:r>
                    </a:p>
                  </a:txBody>
                  <a:tcPr/>
                </a:tc>
                <a:extLst>
                  <a:ext uri="{0D108BD9-81ED-4DB2-BD59-A6C34878D82A}">
                    <a16:rowId xmlns:a16="http://schemas.microsoft.com/office/drawing/2014/main" val="1248103202"/>
                  </a:ext>
                </a:extLst>
              </a:tr>
              <a:tr h="370840">
                <a:tc>
                  <a:txBody>
                    <a:bodyPr/>
                    <a:lstStyle/>
                    <a:p>
                      <a:r>
                        <a:rPr lang="en-US" dirty="0"/>
                        <a:t>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Edouard Julien</a:t>
                      </a:r>
                    </a:p>
                  </a:txBody>
                  <a:tcPr anchor="ctr"/>
                </a:tc>
                <a:tc>
                  <a:txBody>
                    <a:bodyPr/>
                    <a:lstStyle/>
                    <a:p>
                      <a:r>
                        <a:rPr lang="en-US" dirty="0"/>
                        <a:t>65</a:t>
                      </a:r>
                    </a:p>
                  </a:txBody>
                  <a:tcPr/>
                </a:tc>
                <a:tc>
                  <a:txBody>
                    <a:bodyPr/>
                    <a:lstStyle/>
                    <a:p>
                      <a:r>
                        <a:rPr lang="en-US" dirty="0"/>
                        <a:t>65</a:t>
                      </a:r>
                    </a:p>
                  </a:txBody>
                  <a:tcPr/>
                </a:tc>
                <a:extLst>
                  <a:ext uri="{0D108BD9-81ED-4DB2-BD59-A6C34878D82A}">
                    <a16:rowId xmlns:a16="http://schemas.microsoft.com/office/drawing/2014/main" val="2300273305"/>
                  </a:ext>
                </a:extLst>
              </a:tr>
              <a:tr h="370840">
                <a:tc>
                  <a:txBody>
                    <a:bodyPr/>
                    <a:lstStyle/>
                    <a:p>
                      <a:r>
                        <a:rPr lang="en-US" dirty="0"/>
                        <a:t>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Juan Soto</a:t>
                      </a:r>
                    </a:p>
                  </a:txBody>
                  <a:tcPr anchor="ctr"/>
                </a:tc>
                <a:tc>
                  <a:txBody>
                    <a:bodyPr/>
                    <a:lstStyle/>
                    <a:p>
                      <a:r>
                        <a:rPr lang="en-US" dirty="0"/>
                        <a:t>65</a:t>
                      </a:r>
                    </a:p>
                  </a:txBody>
                  <a:tcPr/>
                </a:tc>
                <a:tc>
                  <a:txBody>
                    <a:bodyPr/>
                    <a:lstStyle/>
                    <a:p>
                      <a:r>
                        <a:rPr lang="en-US" dirty="0"/>
                        <a:t>70</a:t>
                      </a:r>
                    </a:p>
                  </a:txBody>
                  <a:tcPr/>
                </a:tc>
                <a:extLst>
                  <a:ext uri="{0D108BD9-81ED-4DB2-BD59-A6C34878D82A}">
                    <a16:rowId xmlns:a16="http://schemas.microsoft.com/office/drawing/2014/main" val="4208950601"/>
                  </a:ext>
                </a:extLst>
              </a:tr>
              <a:tr h="370840">
                <a:tc>
                  <a:txBody>
                    <a:bodyPr/>
                    <a:lstStyle/>
                    <a:p>
                      <a:r>
                        <a:rPr lang="en-US" dirty="0"/>
                        <a:t>8</a:t>
                      </a:r>
                    </a:p>
                  </a:txBody>
                  <a:tcPr/>
                </a:tc>
                <a:tc>
                  <a:txBody>
                    <a:bodyPr/>
                    <a:lstStyle/>
                    <a:p>
                      <a:r>
                        <a:rPr lang="en-US" dirty="0"/>
                        <a:t>Corey Seager</a:t>
                      </a:r>
                    </a:p>
                  </a:txBody>
                  <a:tcPr anchor="ctr"/>
                </a:tc>
                <a:tc>
                  <a:txBody>
                    <a:bodyPr/>
                    <a:lstStyle/>
                    <a:p>
                      <a:r>
                        <a:rPr lang="en-US" dirty="0"/>
                        <a:t>65</a:t>
                      </a:r>
                    </a:p>
                  </a:txBody>
                  <a:tcPr/>
                </a:tc>
                <a:tc>
                  <a:txBody>
                    <a:bodyPr/>
                    <a:lstStyle/>
                    <a:p>
                      <a:r>
                        <a:rPr lang="en-US" dirty="0"/>
                        <a:t>65</a:t>
                      </a:r>
                    </a:p>
                  </a:txBody>
                  <a:tcPr/>
                </a:tc>
                <a:extLst>
                  <a:ext uri="{0D108BD9-81ED-4DB2-BD59-A6C34878D82A}">
                    <a16:rowId xmlns:a16="http://schemas.microsoft.com/office/drawing/2014/main" val="3416198660"/>
                  </a:ext>
                </a:extLst>
              </a:tr>
              <a:tr h="370840">
                <a:tc>
                  <a:txBody>
                    <a:bodyPr/>
                    <a:lstStyle/>
                    <a:p>
                      <a:r>
                        <a:rPr lang="en-US" dirty="0"/>
                        <a:t>9</a:t>
                      </a:r>
                    </a:p>
                  </a:txBody>
                  <a:tcPr/>
                </a:tc>
                <a:tc>
                  <a:txBody>
                    <a:bodyPr/>
                    <a:lstStyle/>
                    <a:p>
                      <a:r>
                        <a:rPr lang="en-US" dirty="0"/>
                        <a:t>Andrew </a:t>
                      </a:r>
                      <a:r>
                        <a:rPr lang="en-US" dirty="0" err="1"/>
                        <a:t>Mccutchen</a:t>
                      </a:r>
                      <a:endParaRPr lang="en-US" dirty="0"/>
                    </a:p>
                  </a:txBody>
                  <a:tcPr anchor="ctr"/>
                </a:tc>
                <a:tc>
                  <a:txBody>
                    <a:bodyPr/>
                    <a:lstStyle/>
                    <a:p>
                      <a:r>
                        <a:rPr lang="en-US" dirty="0"/>
                        <a:t>65</a:t>
                      </a:r>
                    </a:p>
                  </a:txBody>
                  <a:tcPr/>
                </a:tc>
                <a:tc>
                  <a:txBody>
                    <a:bodyPr/>
                    <a:lstStyle/>
                    <a:p>
                      <a:r>
                        <a:rPr lang="en-US" dirty="0"/>
                        <a:t>70</a:t>
                      </a:r>
                    </a:p>
                  </a:txBody>
                  <a:tcPr/>
                </a:tc>
                <a:extLst>
                  <a:ext uri="{0D108BD9-81ED-4DB2-BD59-A6C34878D82A}">
                    <a16:rowId xmlns:a16="http://schemas.microsoft.com/office/drawing/2014/main" val="3631880386"/>
                  </a:ext>
                </a:extLst>
              </a:tr>
              <a:tr h="370840">
                <a:tc>
                  <a:txBody>
                    <a:bodyPr/>
                    <a:lstStyle/>
                    <a:p>
                      <a:r>
                        <a:rPr lang="en-US" dirty="0"/>
                        <a:t>10</a:t>
                      </a:r>
                    </a:p>
                  </a:txBody>
                  <a:tcPr/>
                </a:tc>
                <a:tc>
                  <a:txBody>
                    <a:bodyPr/>
                    <a:lstStyle/>
                    <a:p>
                      <a:r>
                        <a:rPr lang="en-US" dirty="0"/>
                        <a:t>George Springer</a:t>
                      </a:r>
                    </a:p>
                  </a:txBody>
                  <a:tcPr anchor="ctr"/>
                </a:tc>
                <a:tc>
                  <a:txBody>
                    <a:bodyPr/>
                    <a:lstStyle/>
                    <a:p>
                      <a:r>
                        <a:rPr lang="en-US" dirty="0"/>
                        <a:t>65</a:t>
                      </a:r>
                    </a:p>
                  </a:txBody>
                  <a:tcPr/>
                </a:tc>
                <a:tc>
                  <a:txBody>
                    <a:bodyPr/>
                    <a:lstStyle/>
                    <a:p>
                      <a:r>
                        <a:rPr lang="en-US" dirty="0"/>
                        <a:t>70</a:t>
                      </a:r>
                    </a:p>
                  </a:txBody>
                  <a:tcPr/>
                </a:tc>
                <a:extLst>
                  <a:ext uri="{0D108BD9-81ED-4DB2-BD59-A6C34878D82A}">
                    <a16:rowId xmlns:a16="http://schemas.microsoft.com/office/drawing/2014/main" val="1441666652"/>
                  </a:ext>
                </a:extLst>
              </a:tr>
            </a:tbl>
          </a:graphicData>
        </a:graphic>
      </p:graphicFrame>
      <p:graphicFrame>
        <p:nvGraphicFramePr>
          <p:cNvPr id="5" name="Content Placeholder 3">
            <a:extLst>
              <a:ext uri="{FF2B5EF4-FFF2-40B4-BE49-F238E27FC236}">
                <a16:creationId xmlns:a16="http://schemas.microsoft.com/office/drawing/2014/main" id="{A81C9054-8EFF-6BDB-9B5C-CE8D73297E9E}"/>
              </a:ext>
            </a:extLst>
          </p:cNvPr>
          <p:cNvGraphicFramePr>
            <a:graphicFrameLocks/>
          </p:cNvGraphicFramePr>
          <p:nvPr>
            <p:extLst>
              <p:ext uri="{D42A27DB-BD31-4B8C-83A1-F6EECF244321}">
                <p14:modId xmlns:p14="http://schemas.microsoft.com/office/powerpoint/2010/main" val="631177851"/>
              </p:ext>
            </p:extLst>
          </p:nvPr>
        </p:nvGraphicFramePr>
        <p:xfrm>
          <a:off x="6798254" y="1991268"/>
          <a:ext cx="4509977" cy="4348480"/>
        </p:xfrm>
        <a:graphic>
          <a:graphicData uri="http://schemas.openxmlformats.org/drawingml/2006/table">
            <a:tbl>
              <a:tblPr firstRow="1" bandRow="1">
                <a:tableStyleId>{5C22544A-7EE6-4342-B048-85BDC9FD1C3A}</a:tableStyleId>
              </a:tblPr>
              <a:tblGrid>
                <a:gridCol w="469604">
                  <a:extLst>
                    <a:ext uri="{9D8B030D-6E8A-4147-A177-3AD203B41FA5}">
                      <a16:colId xmlns:a16="http://schemas.microsoft.com/office/drawing/2014/main" val="1990438616"/>
                    </a:ext>
                  </a:extLst>
                </a:gridCol>
                <a:gridCol w="2371061">
                  <a:extLst>
                    <a:ext uri="{9D8B030D-6E8A-4147-A177-3AD203B41FA5}">
                      <a16:colId xmlns:a16="http://schemas.microsoft.com/office/drawing/2014/main" val="863939307"/>
                    </a:ext>
                  </a:extLst>
                </a:gridCol>
                <a:gridCol w="829340">
                  <a:extLst>
                    <a:ext uri="{9D8B030D-6E8A-4147-A177-3AD203B41FA5}">
                      <a16:colId xmlns:a16="http://schemas.microsoft.com/office/drawing/2014/main" val="4286077369"/>
                    </a:ext>
                  </a:extLst>
                </a:gridCol>
                <a:gridCol w="839972">
                  <a:extLst>
                    <a:ext uri="{9D8B030D-6E8A-4147-A177-3AD203B41FA5}">
                      <a16:colId xmlns:a16="http://schemas.microsoft.com/office/drawing/2014/main" val="656629024"/>
                    </a:ext>
                  </a:extLst>
                </a:gridCol>
              </a:tblGrid>
              <a:tr h="370840">
                <a:tc>
                  <a:txBody>
                    <a:bodyPr/>
                    <a:lstStyle/>
                    <a:p>
                      <a:endParaRPr lang="en-US" dirty="0"/>
                    </a:p>
                  </a:txBody>
                  <a:tcPr>
                    <a:solidFill>
                      <a:schemeClr val="accent5">
                        <a:lumMod val="75000"/>
                      </a:schemeClr>
                    </a:solidFill>
                  </a:tcPr>
                </a:tc>
                <a:tc>
                  <a:txBody>
                    <a:bodyPr/>
                    <a:lstStyle/>
                    <a:p>
                      <a:r>
                        <a:rPr lang="en-US" dirty="0"/>
                        <a:t>Name</a:t>
                      </a:r>
                    </a:p>
                  </a:txBody>
                  <a:tcPr anchor="ctr">
                    <a:solidFill>
                      <a:schemeClr val="accent5">
                        <a:lumMod val="75000"/>
                      </a:schemeClr>
                    </a:solidFill>
                  </a:tcPr>
                </a:tc>
                <a:tc>
                  <a:txBody>
                    <a:bodyPr/>
                    <a:lstStyle/>
                    <a:p>
                      <a:r>
                        <a:rPr lang="en-US" dirty="0"/>
                        <a:t>2023 Grade</a:t>
                      </a:r>
                    </a:p>
                  </a:txBody>
                  <a:tcPr>
                    <a:solidFill>
                      <a:schemeClr val="accent5">
                        <a:lumMod val="75000"/>
                      </a:schemeClr>
                    </a:solidFill>
                  </a:tcPr>
                </a:tc>
                <a:tc>
                  <a:txBody>
                    <a:bodyPr/>
                    <a:lstStyle/>
                    <a:p>
                      <a:r>
                        <a:rPr lang="en-US" dirty="0"/>
                        <a:t>2024 Grade</a:t>
                      </a:r>
                    </a:p>
                  </a:txBody>
                  <a:tcPr>
                    <a:solidFill>
                      <a:schemeClr val="accent5">
                        <a:lumMod val="75000"/>
                      </a:schemeClr>
                    </a:solidFill>
                  </a:tcPr>
                </a:tc>
                <a:extLst>
                  <a:ext uri="{0D108BD9-81ED-4DB2-BD59-A6C34878D82A}">
                    <a16:rowId xmlns:a16="http://schemas.microsoft.com/office/drawing/2014/main" val="218310895"/>
                  </a:ext>
                </a:extLst>
              </a:tr>
              <a:tr h="370840">
                <a:tc>
                  <a:txBody>
                    <a:bodyPr/>
                    <a:lstStyle/>
                    <a:p>
                      <a:r>
                        <a:rPr lang="en-US" dirty="0"/>
                        <a:t>1</a:t>
                      </a:r>
                    </a:p>
                  </a:txBody>
                  <a:tcPr/>
                </a:tc>
                <a:tc>
                  <a:txBody>
                    <a:bodyPr/>
                    <a:lstStyle/>
                    <a:p>
                      <a:r>
                        <a:rPr lang="en-US"/>
                        <a:t>Kyle Tucker</a:t>
                      </a:r>
                      <a:endParaRPr lang="en-US" dirty="0"/>
                    </a:p>
                  </a:txBody>
                  <a:tcPr anchor="ctr"/>
                </a:tc>
                <a:tc>
                  <a:txBody>
                    <a:bodyPr/>
                    <a:lstStyle/>
                    <a:p>
                      <a:r>
                        <a:rPr lang="en-US" dirty="0"/>
                        <a:t>70</a:t>
                      </a:r>
                    </a:p>
                  </a:txBody>
                  <a:tcPr/>
                </a:tc>
                <a:tc>
                  <a:txBody>
                    <a:bodyPr/>
                    <a:lstStyle/>
                    <a:p>
                      <a:r>
                        <a:rPr lang="en-US" dirty="0"/>
                        <a:t>75</a:t>
                      </a:r>
                    </a:p>
                  </a:txBody>
                  <a:tcPr/>
                </a:tc>
                <a:extLst>
                  <a:ext uri="{0D108BD9-81ED-4DB2-BD59-A6C34878D82A}">
                    <a16:rowId xmlns:a16="http://schemas.microsoft.com/office/drawing/2014/main" val="3206669"/>
                  </a:ext>
                </a:extLst>
              </a:tr>
              <a:tr h="370840">
                <a:tc>
                  <a:txBody>
                    <a:bodyPr/>
                    <a:lstStyle/>
                    <a:p>
                      <a:r>
                        <a:rPr lang="en-US" dirty="0"/>
                        <a:t>2</a:t>
                      </a:r>
                    </a:p>
                  </a:txBody>
                  <a:tcPr/>
                </a:tc>
                <a:tc>
                  <a:txBody>
                    <a:bodyPr/>
                    <a:lstStyle/>
                    <a:p>
                      <a:r>
                        <a:rPr lang="en-US"/>
                        <a:t>George Springer</a:t>
                      </a:r>
                      <a:endParaRPr lang="en-US" dirty="0"/>
                    </a:p>
                  </a:txBody>
                  <a:tcPr/>
                </a:tc>
                <a:tc>
                  <a:txBody>
                    <a:bodyPr/>
                    <a:lstStyle/>
                    <a:p>
                      <a:r>
                        <a:rPr lang="en-US" dirty="0"/>
                        <a:t>70</a:t>
                      </a:r>
                    </a:p>
                  </a:txBody>
                  <a:tcPr/>
                </a:tc>
                <a:tc>
                  <a:txBody>
                    <a:bodyPr/>
                    <a:lstStyle/>
                    <a:p>
                      <a:r>
                        <a:rPr lang="en-US" dirty="0"/>
                        <a:t>70</a:t>
                      </a:r>
                    </a:p>
                  </a:txBody>
                  <a:tcPr/>
                </a:tc>
                <a:extLst>
                  <a:ext uri="{0D108BD9-81ED-4DB2-BD59-A6C34878D82A}">
                    <a16:rowId xmlns:a16="http://schemas.microsoft.com/office/drawing/2014/main" val="1848325926"/>
                  </a:ext>
                </a:extLst>
              </a:tr>
              <a:tr h="370840">
                <a:tc>
                  <a:txBody>
                    <a:bodyPr/>
                    <a:lstStyle/>
                    <a:p>
                      <a:r>
                        <a:rPr lang="en-US" dirty="0"/>
                        <a:t>3</a:t>
                      </a:r>
                    </a:p>
                  </a:txBody>
                  <a:tcPr/>
                </a:tc>
                <a:tc>
                  <a:txBody>
                    <a:bodyPr/>
                    <a:lstStyle/>
                    <a:p>
                      <a:r>
                        <a:rPr lang="en-US" dirty="0"/>
                        <a:t>Andrew </a:t>
                      </a:r>
                      <a:r>
                        <a:rPr lang="en-US" dirty="0" err="1"/>
                        <a:t>Mccutchen</a:t>
                      </a:r>
                      <a:endParaRPr lang="en-US" dirty="0"/>
                    </a:p>
                  </a:txBody>
                  <a:tcPr/>
                </a:tc>
                <a:tc>
                  <a:txBody>
                    <a:bodyPr/>
                    <a:lstStyle/>
                    <a:p>
                      <a:r>
                        <a:rPr lang="en-US" dirty="0"/>
                        <a:t>65</a:t>
                      </a:r>
                    </a:p>
                  </a:txBody>
                  <a:tcPr/>
                </a:tc>
                <a:tc>
                  <a:txBody>
                    <a:bodyPr/>
                    <a:lstStyle/>
                    <a:p>
                      <a:r>
                        <a:rPr lang="en-US" dirty="0"/>
                        <a:t>70</a:t>
                      </a:r>
                    </a:p>
                  </a:txBody>
                  <a:tcPr/>
                </a:tc>
                <a:extLst>
                  <a:ext uri="{0D108BD9-81ED-4DB2-BD59-A6C34878D82A}">
                    <a16:rowId xmlns:a16="http://schemas.microsoft.com/office/drawing/2014/main" val="1274399503"/>
                  </a:ext>
                </a:extLst>
              </a:tr>
              <a:tr h="370840">
                <a:tc>
                  <a:txBody>
                    <a:bodyPr/>
                    <a:lstStyle/>
                    <a:p>
                      <a:r>
                        <a:rPr lang="en-US" dirty="0"/>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Juan Soto</a:t>
                      </a:r>
                    </a:p>
                  </a:txBody>
                  <a:tcPr anchor="ctr"/>
                </a:tc>
                <a:tc>
                  <a:txBody>
                    <a:bodyPr/>
                    <a:lstStyle/>
                    <a:p>
                      <a:r>
                        <a:rPr lang="en-US" dirty="0"/>
                        <a:t>70</a:t>
                      </a:r>
                    </a:p>
                  </a:txBody>
                  <a:tcPr/>
                </a:tc>
                <a:tc>
                  <a:txBody>
                    <a:bodyPr/>
                    <a:lstStyle/>
                    <a:p>
                      <a:r>
                        <a:rPr lang="en-US" dirty="0"/>
                        <a:t>70</a:t>
                      </a:r>
                    </a:p>
                  </a:txBody>
                  <a:tcPr/>
                </a:tc>
                <a:extLst>
                  <a:ext uri="{0D108BD9-81ED-4DB2-BD59-A6C34878D82A}">
                    <a16:rowId xmlns:a16="http://schemas.microsoft.com/office/drawing/2014/main" val="275075110"/>
                  </a:ext>
                </a:extLst>
              </a:tr>
              <a:tr h="370840">
                <a:tc>
                  <a:txBody>
                    <a:bodyPr/>
                    <a:lstStyle/>
                    <a:p>
                      <a:r>
                        <a:rPr lang="en-US" dirty="0"/>
                        <a:t>5</a:t>
                      </a:r>
                    </a:p>
                  </a:txBody>
                  <a:tcPr/>
                </a:tc>
                <a:tc>
                  <a:txBody>
                    <a:bodyPr/>
                    <a:lstStyle/>
                    <a:p>
                      <a:r>
                        <a:rPr lang="en-US" dirty="0"/>
                        <a:t>Dansby Swanson</a:t>
                      </a:r>
                    </a:p>
                  </a:txBody>
                  <a:tcPr/>
                </a:tc>
                <a:tc>
                  <a:txBody>
                    <a:bodyPr/>
                    <a:lstStyle/>
                    <a:p>
                      <a:r>
                        <a:rPr lang="en-US" dirty="0"/>
                        <a:t>65</a:t>
                      </a:r>
                    </a:p>
                  </a:txBody>
                  <a:tcPr/>
                </a:tc>
                <a:tc>
                  <a:txBody>
                    <a:bodyPr/>
                    <a:lstStyle/>
                    <a:p>
                      <a:r>
                        <a:rPr lang="en-US" dirty="0"/>
                        <a:t>70</a:t>
                      </a:r>
                    </a:p>
                  </a:txBody>
                  <a:tcPr/>
                </a:tc>
                <a:extLst>
                  <a:ext uri="{0D108BD9-81ED-4DB2-BD59-A6C34878D82A}">
                    <a16:rowId xmlns:a16="http://schemas.microsoft.com/office/drawing/2014/main" val="3416198660"/>
                  </a:ext>
                </a:extLst>
              </a:tr>
              <a:tr h="370840">
                <a:tc>
                  <a:txBody>
                    <a:bodyPr/>
                    <a:lstStyle/>
                    <a:p>
                      <a:r>
                        <a:rPr lang="en-US" dirty="0"/>
                        <a:t>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Marcus </a:t>
                      </a:r>
                      <a:r>
                        <a:rPr lang="en-US" dirty="0" err="1"/>
                        <a:t>Semien</a:t>
                      </a:r>
                      <a:endParaRPr lang="en-US" dirty="0"/>
                    </a:p>
                  </a:txBody>
                  <a:tcPr/>
                </a:tc>
                <a:tc>
                  <a:txBody>
                    <a:bodyPr/>
                    <a:lstStyle/>
                    <a:p>
                      <a:r>
                        <a:rPr lang="en-US" dirty="0"/>
                        <a:t>70</a:t>
                      </a:r>
                    </a:p>
                  </a:txBody>
                  <a:tcPr/>
                </a:tc>
                <a:tc>
                  <a:txBody>
                    <a:bodyPr/>
                    <a:lstStyle/>
                    <a:p>
                      <a:r>
                        <a:rPr lang="en-US" dirty="0"/>
                        <a:t>70</a:t>
                      </a:r>
                    </a:p>
                  </a:txBody>
                  <a:tcPr/>
                </a:tc>
                <a:extLst>
                  <a:ext uri="{0D108BD9-81ED-4DB2-BD59-A6C34878D82A}">
                    <a16:rowId xmlns:a16="http://schemas.microsoft.com/office/drawing/2014/main" val="2148598433"/>
                  </a:ext>
                </a:extLst>
              </a:tr>
              <a:tr h="370840">
                <a:tc>
                  <a:txBody>
                    <a:bodyPr/>
                    <a:lstStyle/>
                    <a:p>
                      <a:r>
                        <a:rPr lang="en-US" dirty="0"/>
                        <a:t>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Corey Seager</a:t>
                      </a:r>
                    </a:p>
                  </a:txBody>
                  <a:tcPr anchor="ctr"/>
                </a:tc>
                <a:tc>
                  <a:txBody>
                    <a:bodyPr/>
                    <a:lstStyle/>
                    <a:p>
                      <a:r>
                        <a:rPr lang="en-US" dirty="0"/>
                        <a:t>70</a:t>
                      </a:r>
                    </a:p>
                  </a:txBody>
                  <a:tcPr/>
                </a:tc>
                <a:tc>
                  <a:txBody>
                    <a:bodyPr/>
                    <a:lstStyle/>
                    <a:p>
                      <a:r>
                        <a:rPr lang="en-US" dirty="0"/>
                        <a:t>65</a:t>
                      </a:r>
                    </a:p>
                  </a:txBody>
                  <a:tcPr/>
                </a:tc>
                <a:extLst>
                  <a:ext uri="{0D108BD9-81ED-4DB2-BD59-A6C34878D82A}">
                    <a16:rowId xmlns:a16="http://schemas.microsoft.com/office/drawing/2014/main" val="3631880386"/>
                  </a:ext>
                </a:extLst>
              </a:tr>
              <a:tr h="370840">
                <a:tc>
                  <a:txBody>
                    <a:bodyPr/>
                    <a:lstStyle/>
                    <a:p>
                      <a:r>
                        <a:rPr lang="en-US" dirty="0"/>
                        <a:t>8</a:t>
                      </a:r>
                    </a:p>
                  </a:txBody>
                  <a:tcPr/>
                </a:tc>
                <a:tc>
                  <a:txBody>
                    <a:bodyPr/>
                    <a:lstStyle/>
                    <a:p>
                      <a:r>
                        <a:rPr lang="en-US" dirty="0" err="1"/>
                        <a:t>Gleyber</a:t>
                      </a:r>
                      <a:r>
                        <a:rPr lang="en-US" dirty="0"/>
                        <a:t> Torres</a:t>
                      </a:r>
                    </a:p>
                  </a:txBody>
                  <a:tcPr anchor="ctr"/>
                </a:tc>
                <a:tc>
                  <a:txBody>
                    <a:bodyPr/>
                    <a:lstStyle/>
                    <a:p>
                      <a:r>
                        <a:rPr lang="en-US" dirty="0"/>
                        <a:t>60</a:t>
                      </a:r>
                    </a:p>
                  </a:txBody>
                  <a:tcPr/>
                </a:tc>
                <a:tc>
                  <a:txBody>
                    <a:bodyPr/>
                    <a:lstStyle/>
                    <a:p>
                      <a:r>
                        <a:rPr lang="en-US" dirty="0"/>
                        <a:t>65</a:t>
                      </a:r>
                    </a:p>
                  </a:txBody>
                  <a:tcPr/>
                </a:tc>
                <a:extLst>
                  <a:ext uri="{0D108BD9-81ED-4DB2-BD59-A6C34878D82A}">
                    <a16:rowId xmlns:a16="http://schemas.microsoft.com/office/drawing/2014/main" val="1441666652"/>
                  </a:ext>
                </a:extLst>
              </a:tr>
              <a:tr h="370840">
                <a:tc>
                  <a:txBody>
                    <a:bodyPr/>
                    <a:lstStyle/>
                    <a:p>
                      <a:r>
                        <a:rPr lang="en-US" dirty="0"/>
                        <a:t>9</a:t>
                      </a:r>
                    </a:p>
                  </a:txBody>
                  <a:tcPr/>
                </a:tc>
                <a:tc>
                  <a:txBody>
                    <a:bodyPr/>
                    <a:lstStyle/>
                    <a:p>
                      <a:r>
                        <a:rPr lang="en-US" dirty="0"/>
                        <a:t>Mike </a:t>
                      </a:r>
                      <a:r>
                        <a:rPr lang="en-US" dirty="0" err="1"/>
                        <a:t>Tauchman</a:t>
                      </a:r>
                      <a:endParaRPr lang="en-US" dirty="0"/>
                    </a:p>
                  </a:txBody>
                  <a:tcPr anchor="ctr"/>
                </a:tc>
                <a:tc>
                  <a:txBody>
                    <a:bodyPr/>
                    <a:lstStyle/>
                    <a:p>
                      <a:r>
                        <a:rPr lang="en-US" dirty="0"/>
                        <a:t>65</a:t>
                      </a:r>
                    </a:p>
                  </a:txBody>
                  <a:tcPr/>
                </a:tc>
                <a:tc>
                  <a:txBody>
                    <a:bodyPr/>
                    <a:lstStyle/>
                    <a:p>
                      <a:r>
                        <a:rPr lang="en-US" dirty="0"/>
                        <a:t>65</a:t>
                      </a:r>
                    </a:p>
                  </a:txBody>
                  <a:tcPr/>
                </a:tc>
                <a:extLst>
                  <a:ext uri="{0D108BD9-81ED-4DB2-BD59-A6C34878D82A}">
                    <a16:rowId xmlns:a16="http://schemas.microsoft.com/office/drawing/2014/main" val="2666337762"/>
                  </a:ext>
                </a:extLst>
              </a:tr>
              <a:tr h="370840">
                <a:tc>
                  <a:txBody>
                    <a:bodyPr/>
                    <a:lstStyle/>
                    <a:p>
                      <a:r>
                        <a:rPr lang="en-US" dirty="0"/>
                        <a:t>10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Fernando </a:t>
                      </a:r>
                      <a:r>
                        <a:rPr lang="en-US" dirty="0" err="1"/>
                        <a:t>Tatís</a:t>
                      </a:r>
                      <a:endParaRPr lang="en-US" dirty="0"/>
                    </a:p>
                  </a:txBody>
                  <a:tcPr/>
                </a:tc>
                <a:tc>
                  <a:txBody>
                    <a:bodyPr/>
                    <a:lstStyle/>
                    <a:p>
                      <a:r>
                        <a:rPr lang="en-US" dirty="0"/>
                        <a:t>55</a:t>
                      </a:r>
                    </a:p>
                  </a:txBody>
                  <a:tcPr/>
                </a:tc>
                <a:tc>
                  <a:txBody>
                    <a:bodyPr/>
                    <a:lstStyle/>
                    <a:p>
                      <a:r>
                        <a:rPr lang="en-US" dirty="0"/>
                        <a:t>60</a:t>
                      </a:r>
                    </a:p>
                  </a:txBody>
                  <a:tcPr/>
                </a:tc>
                <a:extLst>
                  <a:ext uri="{0D108BD9-81ED-4DB2-BD59-A6C34878D82A}">
                    <a16:rowId xmlns:a16="http://schemas.microsoft.com/office/drawing/2014/main" val="2694635321"/>
                  </a:ext>
                </a:extLst>
              </a:tr>
            </a:tbl>
          </a:graphicData>
        </a:graphic>
      </p:graphicFrame>
    </p:spTree>
    <p:extLst>
      <p:ext uri="{BB962C8B-B14F-4D97-AF65-F5344CB8AC3E}">
        <p14:creationId xmlns:p14="http://schemas.microsoft.com/office/powerpoint/2010/main" val="18816119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963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Color Cover">
            <a:extLst>
              <a:ext uri="{FF2B5EF4-FFF2-40B4-BE49-F238E27FC236}">
                <a16:creationId xmlns:a16="http://schemas.microsoft.com/office/drawing/2014/main" id="{8B2B1708-8CE4-4A20-94F5-55118AE2CB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4119"/>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D095D3E-C464-41D5-87FA-07742698A72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651279" y="598259"/>
            <a:chExt cx="10889442" cy="5680742"/>
          </a:xfrm>
        </p:grpSpPr>
        <p:sp>
          <p:nvSpPr>
            <p:cNvPr id="24" name="Color">
              <a:extLst>
                <a:ext uri="{FF2B5EF4-FFF2-40B4-BE49-F238E27FC236}">
                  <a16:creationId xmlns:a16="http://schemas.microsoft.com/office/drawing/2014/main" id="{7722DCE9-76F1-42AC-AC0A-487CFB0873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Color">
              <a:extLst>
                <a:ext uri="{FF2B5EF4-FFF2-40B4-BE49-F238E27FC236}">
                  <a16:creationId xmlns:a16="http://schemas.microsoft.com/office/drawing/2014/main" id="{B29A5FA1-D0E7-448B-AB7D-032F01D5BF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7" name="Color">
            <a:extLst>
              <a:ext uri="{FF2B5EF4-FFF2-40B4-BE49-F238E27FC236}">
                <a16:creationId xmlns:a16="http://schemas.microsoft.com/office/drawing/2014/main" id="{C58F402F-FDB5-409B-8818-B6FCE06E57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2804" y="598259"/>
            <a:ext cx="10889442" cy="5680742"/>
          </a:xfrm>
          <a:prstGeom prst="rect">
            <a:avLst/>
          </a:prstGeom>
          <a:solidFill>
            <a:srgbClr val="F791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Content Placeholder 7" descr="A graph of a red line and blue dots&#10;&#10;Description automatically generated">
            <a:extLst>
              <a:ext uri="{FF2B5EF4-FFF2-40B4-BE49-F238E27FC236}">
                <a16:creationId xmlns:a16="http://schemas.microsoft.com/office/drawing/2014/main" id="{BC76422F-B410-66A1-6349-DB87907AAB3D}"/>
              </a:ext>
            </a:extLst>
          </p:cNvPr>
          <p:cNvPicPr>
            <a:picLocks noChangeAspect="1"/>
          </p:cNvPicPr>
          <p:nvPr/>
        </p:nvPicPr>
        <p:blipFill>
          <a:blip r:embed="rId3"/>
          <a:stretch>
            <a:fillRect/>
          </a:stretch>
        </p:blipFill>
        <p:spPr>
          <a:xfrm>
            <a:off x="4747307" y="890016"/>
            <a:ext cx="6711526" cy="5067202"/>
          </a:xfrm>
          <a:prstGeom prst="rect">
            <a:avLst/>
          </a:prstGeom>
        </p:spPr>
      </p:pic>
      <p:grpSp>
        <p:nvGrpSpPr>
          <p:cNvPr id="29" name="Group 28">
            <a:extLst>
              <a:ext uri="{FF2B5EF4-FFF2-40B4-BE49-F238E27FC236}">
                <a16:creationId xmlns:a16="http://schemas.microsoft.com/office/drawing/2014/main" id="{E27AF472-EAE3-4572-AB69-B92BD10DBC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30" name="Freeform: Shape 29">
              <a:extLst>
                <a:ext uri="{FF2B5EF4-FFF2-40B4-BE49-F238E27FC236}">
                  <a16:creationId xmlns:a16="http://schemas.microsoft.com/office/drawing/2014/main" id="{BF4DB9D2-6215-420C-874C-82EADF8C6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1" name="Freeform: Shape 30">
              <a:extLst>
                <a:ext uri="{FF2B5EF4-FFF2-40B4-BE49-F238E27FC236}">
                  <a16:creationId xmlns:a16="http://schemas.microsoft.com/office/drawing/2014/main" id="{1F003139-C97C-44FA-B139-32E4DFDCE9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2" name="Freeform: Shape 31">
              <a:extLst>
                <a:ext uri="{FF2B5EF4-FFF2-40B4-BE49-F238E27FC236}">
                  <a16:creationId xmlns:a16="http://schemas.microsoft.com/office/drawing/2014/main" id="{5CE4DD6E-8CEA-45EE-B630-DBC22144D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3" name="Freeform: Shape 32">
              <a:extLst>
                <a:ext uri="{FF2B5EF4-FFF2-40B4-BE49-F238E27FC236}">
                  <a16:creationId xmlns:a16="http://schemas.microsoft.com/office/drawing/2014/main" id="{A4372F7F-AA3C-470B-AA61-7C35B7722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4" name="Freeform: Shape 33">
              <a:extLst>
                <a:ext uri="{FF2B5EF4-FFF2-40B4-BE49-F238E27FC236}">
                  <a16:creationId xmlns:a16="http://schemas.microsoft.com/office/drawing/2014/main" id="{34B605BF-D199-43DD-9328-E99F2ADFC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5" name="Freeform: Shape 34">
              <a:extLst>
                <a:ext uri="{FF2B5EF4-FFF2-40B4-BE49-F238E27FC236}">
                  <a16:creationId xmlns:a16="http://schemas.microsoft.com/office/drawing/2014/main" id="{E5D42A77-7336-4A35-8922-8098A16AA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1" name="Freeform: Shape 35">
              <a:extLst>
                <a:ext uri="{FF2B5EF4-FFF2-40B4-BE49-F238E27FC236}">
                  <a16:creationId xmlns:a16="http://schemas.microsoft.com/office/drawing/2014/main" id="{7401EE7D-B85D-4C10-AB8C-71884EFB1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14" name="Title 1">
            <a:extLst>
              <a:ext uri="{FF2B5EF4-FFF2-40B4-BE49-F238E27FC236}">
                <a16:creationId xmlns:a16="http://schemas.microsoft.com/office/drawing/2014/main" id="{0C7FF0D5-557D-C2C3-FC86-C54922FCA232}"/>
              </a:ext>
            </a:extLst>
          </p:cNvPr>
          <p:cNvSpPr txBox="1">
            <a:spLocks/>
          </p:cNvSpPr>
          <p:nvPr/>
        </p:nvSpPr>
        <p:spPr>
          <a:xfrm>
            <a:off x="1012644" y="842332"/>
            <a:ext cx="3585114" cy="2782056"/>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US" sz="4800" kern="1200">
                <a:solidFill>
                  <a:schemeClr val="tx2"/>
                </a:solidFill>
                <a:latin typeface="+mj-lt"/>
                <a:ea typeface="+mj-ea"/>
                <a:cs typeface="+mj-cs"/>
              </a:rPr>
              <a:t>Check Out That Stickiness</a:t>
            </a:r>
          </a:p>
        </p:txBody>
      </p:sp>
    </p:spTree>
    <p:extLst>
      <p:ext uri="{BB962C8B-B14F-4D97-AF65-F5344CB8AC3E}">
        <p14:creationId xmlns:p14="http://schemas.microsoft.com/office/powerpoint/2010/main" val="3062829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Slide background fill">
            <a:extLst>
              <a:ext uri="{FF2B5EF4-FFF2-40B4-BE49-F238E27FC236}">
                <a16:creationId xmlns:a16="http://schemas.microsoft.com/office/drawing/2014/main" id="{8DF67618-B87B-4195-8E24-3B126F79F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Color 2">
            <a:extLst>
              <a:ext uri="{FF2B5EF4-FFF2-40B4-BE49-F238E27FC236}">
                <a16:creationId xmlns:a16="http://schemas.microsoft.com/office/drawing/2014/main" id="{64960379-9FF9-400A-A8A8-F5AB633FD3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8" name="Group 17">
            <a:extLst>
              <a:ext uri="{FF2B5EF4-FFF2-40B4-BE49-F238E27FC236}">
                <a16:creationId xmlns:a16="http://schemas.microsoft.com/office/drawing/2014/main" id="{2C491629-AE25-486B-9B22-2CE4EE8F7E4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218159" cy="6858000"/>
            <a:chOff x="651279" y="598259"/>
            <a:chExt cx="10889442" cy="5680742"/>
          </a:xfrm>
        </p:grpSpPr>
        <p:sp>
          <p:nvSpPr>
            <p:cNvPr id="19" name="Color">
              <a:extLst>
                <a:ext uri="{FF2B5EF4-FFF2-40B4-BE49-F238E27FC236}">
                  <a16:creationId xmlns:a16="http://schemas.microsoft.com/office/drawing/2014/main" id="{590EB173-7DC2-4BE8-BC08-19BC09DBD9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Color">
              <a:extLst>
                <a:ext uri="{FF2B5EF4-FFF2-40B4-BE49-F238E27FC236}">
                  <a16:creationId xmlns:a16="http://schemas.microsoft.com/office/drawing/2014/main" id="{0731E2C9-2CF0-48B4-9CEA-35B2199AF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2" name="Group 21">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23" name="Freeform: Shape 22">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5" name="Freeform: Shape 24">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6" name="Freeform: Shape 25">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7" name="Freeform: Shape 26">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8" name="Freeform: Shape 27">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9" name="Freeform: Shape 28">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37FC76D1-2249-85E0-18A9-E87B4528B0AB}"/>
              </a:ext>
            </a:extLst>
          </p:cNvPr>
          <p:cNvSpPr>
            <a:spLocks noGrp="1"/>
          </p:cNvSpPr>
          <p:nvPr>
            <p:ph type="title"/>
          </p:nvPr>
        </p:nvSpPr>
        <p:spPr>
          <a:xfrm>
            <a:off x="786385" y="841248"/>
            <a:ext cx="5129600" cy="5340097"/>
          </a:xfrm>
        </p:spPr>
        <p:txBody>
          <a:bodyPr anchor="ctr">
            <a:normAutofit/>
          </a:bodyPr>
          <a:lstStyle/>
          <a:p>
            <a:r>
              <a:rPr lang="en-US" sz="4800" dirty="0">
                <a:solidFill>
                  <a:schemeClr val="bg1"/>
                </a:solidFill>
              </a:rPr>
              <a:t>Offensive Tools</a:t>
            </a:r>
          </a:p>
        </p:txBody>
      </p:sp>
      <p:graphicFrame>
        <p:nvGraphicFramePr>
          <p:cNvPr id="5" name="Content Placeholder 2">
            <a:extLst>
              <a:ext uri="{FF2B5EF4-FFF2-40B4-BE49-F238E27FC236}">
                <a16:creationId xmlns:a16="http://schemas.microsoft.com/office/drawing/2014/main" id="{50779CB1-1E5B-BCD8-BA86-C71834B02EA4}"/>
              </a:ext>
            </a:extLst>
          </p:cNvPr>
          <p:cNvGraphicFramePr>
            <a:graphicFrameLocks/>
          </p:cNvGraphicFramePr>
          <p:nvPr>
            <p:extLst>
              <p:ext uri="{D42A27DB-BD31-4B8C-83A1-F6EECF244321}">
                <p14:modId xmlns:p14="http://schemas.microsoft.com/office/powerpoint/2010/main" val="2268332638"/>
              </p:ext>
            </p:extLst>
          </p:nvPr>
        </p:nvGraphicFramePr>
        <p:xfrm>
          <a:off x="6525628" y="529388"/>
          <a:ext cx="4828172" cy="56519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768188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3B729-3AD3-2E0D-43BA-958926836124}"/>
              </a:ext>
            </a:extLst>
          </p:cNvPr>
          <p:cNvSpPr>
            <a:spLocks noGrp="1"/>
          </p:cNvSpPr>
          <p:nvPr>
            <p:ph type="title"/>
          </p:nvPr>
        </p:nvSpPr>
        <p:spPr>
          <a:xfrm>
            <a:off x="1043631" y="809898"/>
            <a:ext cx="9942716" cy="1554480"/>
          </a:xfrm>
        </p:spPr>
        <p:txBody>
          <a:bodyPr vert="horz" lIns="91440" tIns="45720" rIns="91440" bIns="45720" rtlCol="0" anchor="ctr">
            <a:normAutofit/>
          </a:bodyPr>
          <a:lstStyle/>
          <a:p>
            <a:r>
              <a:rPr lang="en-US" sz="4800" kern="1200" dirty="0">
                <a:latin typeface="+mj-lt"/>
                <a:ea typeface="+mj-ea"/>
                <a:cs typeface="+mj-cs"/>
              </a:rPr>
              <a:t>Contact</a:t>
            </a:r>
          </a:p>
        </p:txBody>
      </p:sp>
      <p:sp>
        <p:nvSpPr>
          <p:cNvPr id="3" name="Content Placeholder 2">
            <a:extLst>
              <a:ext uri="{FF2B5EF4-FFF2-40B4-BE49-F238E27FC236}">
                <a16:creationId xmlns:a16="http://schemas.microsoft.com/office/drawing/2014/main" id="{8C610854-80C9-1209-DFDE-3165F3B94B48}"/>
              </a:ext>
            </a:extLst>
          </p:cNvPr>
          <p:cNvSpPr>
            <a:spLocks noGrp="1"/>
          </p:cNvSpPr>
          <p:nvPr>
            <p:ph idx="1"/>
          </p:nvPr>
        </p:nvSpPr>
        <p:spPr>
          <a:xfrm>
            <a:off x="1045028" y="3419098"/>
            <a:ext cx="9941319" cy="2723082"/>
          </a:xfrm>
        </p:spPr>
        <p:txBody>
          <a:bodyPr vert="horz" lIns="91440" tIns="45720" rIns="91440" bIns="45720" rtlCol="0" anchor="ctr">
            <a:normAutofit/>
          </a:bodyPr>
          <a:lstStyle/>
          <a:p>
            <a:pPr marL="0" indent="0">
              <a:buNone/>
            </a:pPr>
            <a:r>
              <a:rPr lang="en-US" sz="2400" b="1" dirty="0"/>
              <a:t>Objectives:</a:t>
            </a:r>
            <a:r>
              <a:rPr lang="en-US" sz="2400" dirty="0"/>
              <a:t> </a:t>
            </a:r>
          </a:p>
          <a:p>
            <a:pPr marL="0" indent="0">
              <a:buNone/>
            </a:pPr>
            <a:endParaRPr lang="en-US" sz="2400" dirty="0"/>
          </a:p>
          <a:p>
            <a:pPr marL="0" indent="0">
              <a:buNone/>
            </a:pPr>
            <a:r>
              <a:rPr lang="en-US" sz="2400" dirty="0"/>
              <a:t>Judge a player's ability to make contact when they swing</a:t>
            </a:r>
          </a:p>
          <a:p>
            <a:pPr marL="0" indent="0">
              <a:buNone/>
            </a:pPr>
            <a:endParaRPr lang="en-US" sz="2400" dirty="0"/>
          </a:p>
          <a:p>
            <a:pPr marL="0" indent="0">
              <a:buNone/>
            </a:pPr>
            <a:r>
              <a:rPr lang="en-US" sz="2400" dirty="0"/>
              <a:t>Do not factor in swing decision</a:t>
            </a:r>
          </a:p>
        </p:txBody>
      </p:sp>
      <p:pic>
        <p:nvPicPr>
          <p:cNvPr id="6" name="Picture 5">
            <a:extLst>
              <a:ext uri="{FF2B5EF4-FFF2-40B4-BE49-F238E27FC236}">
                <a16:creationId xmlns:a16="http://schemas.microsoft.com/office/drawing/2014/main" id="{7A776108-DD34-674F-B94D-0F81462C1A39}"/>
              </a:ext>
            </a:extLst>
          </p:cNvPr>
          <p:cNvPicPr>
            <a:picLocks noChangeAspect="1"/>
          </p:cNvPicPr>
          <p:nvPr/>
        </p:nvPicPr>
        <p:blipFill>
          <a:blip r:embed="rId3"/>
          <a:stretch>
            <a:fillRect/>
          </a:stretch>
        </p:blipFill>
        <p:spPr>
          <a:xfrm>
            <a:off x="0" y="-89449"/>
            <a:ext cx="12192000" cy="3508547"/>
          </a:xfrm>
          <a:prstGeom prst="rect">
            <a:avLst/>
          </a:prstGeom>
        </p:spPr>
      </p:pic>
      <p:pic>
        <p:nvPicPr>
          <p:cNvPr id="7" name="Picture 6">
            <a:extLst>
              <a:ext uri="{FF2B5EF4-FFF2-40B4-BE49-F238E27FC236}">
                <a16:creationId xmlns:a16="http://schemas.microsoft.com/office/drawing/2014/main" id="{60D6CAE9-C096-A67D-C3F5-4C8BFD1D8D21}"/>
              </a:ext>
            </a:extLst>
          </p:cNvPr>
          <p:cNvPicPr>
            <a:picLocks noChangeAspect="1"/>
          </p:cNvPicPr>
          <p:nvPr/>
        </p:nvPicPr>
        <p:blipFill>
          <a:blip r:embed="rId4"/>
          <a:stretch>
            <a:fillRect/>
          </a:stretch>
        </p:blipFill>
        <p:spPr>
          <a:xfrm>
            <a:off x="300268" y="1490007"/>
            <a:ext cx="3670300" cy="800100"/>
          </a:xfrm>
          <a:prstGeom prst="rect">
            <a:avLst/>
          </a:prstGeom>
        </p:spPr>
      </p:pic>
      <p:sp>
        <p:nvSpPr>
          <p:cNvPr id="9" name="Title 1">
            <a:extLst>
              <a:ext uri="{FF2B5EF4-FFF2-40B4-BE49-F238E27FC236}">
                <a16:creationId xmlns:a16="http://schemas.microsoft.com/office/drawing/2014/main" id="{30685E88-343E-8757-EE92-8E231FAB5FD7}"/>
              </a:ext>
            </a:extLst>
          </p:cNvPr>
          <p:cNvSpPr txBox="1">
            <a:spLocks/>
          </p:cNvSpPr>
          <p:nvPr/>
        </p:nvSpPr>
        <p:spPr>
          <a:xfrm>
            <a:off x="789708" y="1014574"/>
            <a:ext cx="9725730" cy="222676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800" dirty="0">
                <a:solidFill>
                  <a:schemeClr val="bg1"/>
                </a:solidFill>
              </a:rPr>
              <a:t>Contact</a:t>
            </a:r>
          </a:p>
        </p:txBody>
      </p:sp>
    </p:spTree>
    <p:extLst>
      <p:ext uri="{BB962C8B-B14F-4D97-AF65-F5344CB8AC3E}">
        <p14:creationId xmlns:p14="http://schemas.microsoft.com/office/powerpoint/2010/main" val="40875630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800CA51A-0A67-1D90-02C4-D76B8CF8562C}"/>
              </a:ext>
            </a:extLst>
          </p:cNvPr>
          <p:cNvSpPr/>
          <p:nvPr/>
        </p:nvSpPr>
        <p:spPr>
          <a:xfrm>
            <a:off x="5594" y="0"/>
            <a:ext cx="5774318" cy="6858000"/>
          </a:xfrm>
          <a:prstGeom prst="roundRect">
            <a:avLst>
              <a:gd name="adj" fmla="val 0"/>
            </a:avLst>
          </a:prstGeom>
          <a:gradFill>
            <a:gsLst>
              <a:gs pos="0">
                <a:srgbClr val="7030A0"/>
              </a:gs>
              <a:gs pos="74000">
                <a:schemeClr val="accent1">
                  <a:lumMod val="45000"/>
                  <a:lumOff val="55000"/>
                </a:schemeClr>
              </a:gs>
              <a:gs pos="83000">
                <a:schemeClr val="accent1">
                  <a:lumMod val="45000"/>
                  <a:lumOff val="55000"/>
                </a:schemeClr>
              </a:gs>
              <a:gs pos="100000">
                <a:schemeClr val="accent1">
                  <a:lumMod val="30000"/>
                  <a:lumOff val="70000"/>
                </a:schemeClr>
              </a:gs>
            </a:gsLst>
            <a:lin ang="1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E1E14B-ADBC-14DB-F1C4-39677B392129}"/>
              </a:ext>
            </a:extLst>
          </p:cNvPr>
          <p:cNvSpPr>
            <a:spLocks noGrp="1"/>
          </p:cNvSpPr>
          <p:nvPr>
            <p:ph type="title"/>
          </p:nvPr>
        </p:nvSpPr>
        <p:spPr>
          <a:xfrm>
            <a:off x="1188069" y="381935"/>
            <a:ext cx="4008583" cy="5974414"/>
          </a:xfrm>
        </p:spPr>
        <p:txBody>
          <a:bodyPr anchor="ctr">
            <a:normAutofit/>
          </a:bodyPr>
          <a:lstStyle/>
          <a:p>
            <a:r>
              <a:rPr lang="en-US" sz="8000" dirty="0">
                <a:solidFill>
                  <a:srgbClr val="FFFFFF"/>
                </a:solidFill>
              </a:rPr>
              <a:t>Contact Score</a:t>
            </a:r>
          </a:p>
        </p:txBody>
      </p:sp>
      <p:sp>
        <p:nvSpPr>
          <p:cNvPr id="3" name="Content Placeholder 2">
            <a:extLst>
              <a:ext uri="{FF2B5EF4-FFF2-40B4-BE49-F238E27FC236}">
                <a16:creationId xmlns:a16="http://schemas.microsoft.com/office/drawing/2014/main" id="{2575A317-909C-42F6-8D9C-E1FFE8304CE0}"/>
              </a:ext>
            </a:extLst>
          </p:cNvPr>
          <p:cNvSpPr>
            <a:spLocks noGrp="1"/>
          </p:cNvSpPr>
          <p:nvPr>
            <p:ph idx="1"/>
          </p:nvPr>
        </p:nvSpPr>
        <p:spPr>
          <a:xfrm>
            <a:off x="6297233" y="518400"/>
            <a:ext cx="4954240" cy="5837949"/>
          </a:xfrm>
        </p:spPr>
        <p:txBody>
          <a:bodyPr anchor="ctr">
            <a:normAutofit lnSpcReduction="10000"/>
          </a:bodyPr>
          <a:lstStyle/>
          <a:p>
            <a:pPr marL="0" indent="0">
              <a:lnSpc>
                <a:spcPct val="150000"/>
              </a:lnSpc>
              <a:buNone/>
            </a:pPr>
            <a:r>
              <a:rPr lang="en-US" b="1" dirty="0" err="1">
                <a:solidFill>
                  <a:schemeClr val="accent4"/>
                </a:solidFill>
              </a:rPr>
              <a:t>xContact</a:t>
            </a:r>
            <a:endParaRPr lang="en-US" b="1" dirty="0">
              <a:solidFill>
                <a:schemeClr val="accent4"/>
              </a:solidFill>
            </a:endParaRPr>
          </a:p>
          <a:p>
            <a:pPr marL="457200" lvl="1" indent="0">
              <a:lnSpc>
                <a:spcPct val="150000"/>
              </a:lnSpc>
              <a:buNone/>
            </a:pPr>
            <a:r>
              <a:rPr lang="en-US" sz="2800" dirty="0"/>
              <a:t>Given a player swings, odds they make contact with the ball</a:t>
            </a:r>
          </a:p>
          <a:p>
            <a:pPr marL="0" indent="0">
              <a:lnSpc>
                <a:spcPct val="150000"/>
              </a:lnSpc>
              <a:buNone/>
            </a:pPr>
            <a:r>
              <a:rPr lang="en-US" b="1" dirty="0">
                <a:solidFill>
                  <a:schemeClr val="accent4"/>
                </a:solidFill>
              </a:rPr>
              <a:t>Contact Score</a:t>
            </a:r>
          </a:p>
          <a:p>
            <a:pPr marL="457200" lvl="1" indent="0">
              <a:lnSpc>
                <a:spcPct val="150000"/>
              </a:lnSpc>
              <a:buNone/>
            </a:pPr>
            <a:r>
              <a:rPr lang="en-US" sz="2800" dirty="0"/>
              <a:t>Made Contact:</a:t>
            </a:r>
            <a:br>
              <a:rPr lang="en-US" sz="2800" dirty="0"/>
            </a:br>
            <a:r>
              <a:rPr lang="en-US" sz="2800" dirty="0"/>
              <a:t>	Score = 1-xContact</a:t>
            </a:r>
          </a:p>
          <a:p>
            <a:pPr marL="457200" lvl="1" indent="0">
              <a:lnSpc>
                <a:spcPct val="150000"/>
              </a:lnSpc>
              <a:buNone/>
            </a:pPr>
            <a:r>
              <a:rPr lang="en-US" sz="2800" dirty="0"/>
              <a:t>Swing-and-Miss:</a:t>
            </a:r>
          </a:p>
          <a:p>
            <a:pPr marL="457200" lvl="1" indent="0">
              <a:lnSpc>
                <a:spcPct val="150000"/>
              </a:lnSpc>
              <a:buNone/>
            </a:pPr>
            <a:r>
              <a:rPr lang="en-US" sz="2800" dirty="0"/>
              <a:t>	Score = 0-xContact</a:t>
            </a:r>
          </a:p>
        </p:txBody>
      </p:sp>
    </p:spTree>
    <p:extLst>
      <p:ext uri="{BB962C8B-B14F-4D97-AF65-F5344CB8AC3E}">
        <p14:creationId xmlns:p14="http://schemas.microsoft.com/office/powerpoint/2010/main" val="7761321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a:extLst>
              <a:ext uri="{FF2B5EF4-FFF2-40B4-BE49-F238E27FC236}">
                <a16:creationId xmlns:a16="http://schemas.microsoft.com/office/drawing/2014/main" id="{4485C616-6BC2-C4CA-B5FA-BAE9B7621CC8}"/>
              </a:ext>
            </a:extLst>
          </p:cNvPr>
          <p:cNvSpPr/>
          <p:nvPr/>
        </p:nvSpPr>
        <p:spPr>
          <a:xfrm>
            <a:off x="5593" y="0"/>
            <a:ext cx="12186407" cy="1690688"/>
          </a:xfrm>
          <a:prstGeom prst="roundRect">
            <a:avLst>
              <a:gd name="adj" fmla="val 0"/>
            </a:avLst>
          </a:prstGeom>
          <a:gradFill>
            <a:gsLst>
              <a:gs pos="0">
                <a:srgbClr val="7030A0"/>
              </a:gs>
              <a:gs pos="74000">
                <a:schemeClr val="accent1">
                  <a:lumMod val="45000"/>
                  <a:lumOff val="55000"/>
                </a:schemeClr>
              </a:gs>
              <a:gs pos="83000">
                <a:schemeClr val="accent1">
                  <a:lumMod val="45000"/>
                  <a:lumOff val="55000"/>
                </a:schemeClr>
              </a:gs>
              <a:gs pos="100000">
                <a:schemeClr val="accent1">
                  <a:lumMod val="30000"/>
                  <a:lumOff val="70000"/>
                </a:schemeClr>
              </a:gs>
            </a:gsLst>
            <a:lin ang="1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a:extLst>
              <a:ext uri="{FF2B5EF4-FFF2-40B4-BE49-F238E27FC236}">
                <a16:creationId xmlns:a16="http://schemas.microsoft.com/office/drawing/2014/main" id="{E133CB1B-13D4-87BE-9545-B36F488B8669}"/>
              </a:ext>
            </a:extLst>
          </p:cNvPr>
          <p:cNvGraphicFramePr>
            <a:graphicFrameLocks/>
          </p:cNvGraphicFramePr>
          <p:nvPr>
            <p:extLst>
              <p:ext uri="{D42A27DB-BD31-4B8C-83A1-F6EECF244321}">
                <p14:modId xmlns:p14="http://schemas.microsoft.com/office/powerpoint/2010/main" val="187129837"/>
              </p:ext>
            </p:extLst>
          </p:nvPr>
        </p:nvGraphicFramePr>
        <p:xfrm>
          <a:off x="1321767" y="2211233"/>
          <a:ext cx="4509977" cy="4348480"/>
        </p:xfrm>
        <a:graphic>
          <a:graphicData uri="http://schemas.openxmlformats.org/drawingml/2006/table">
            <a:tbl>
              <a:tblPr firstRow="1" bandRow="1">
                <a:tableStyleId>{5C22544A-7EE6-4342-B048-85BDC9FD1C3A}</a:tableStyleId>
              </a:tblPr>
              <a:tblGrid>
                <a:gridCol w="469604">
                  <a:extLst>
                    <a:ext uri="{9D8B030D-6E8A-4147-A177-3AD203B41FA5}">
                      <a16:colId xmlns:a16="http://schemas.microsoft.com/office/drawing/2014/main" val="1990438616"/>
                    </a:ext>
                  </a:extLst>
                </a:gridCol>
                <a:gridCol w="2371061">
                  <a:extLst>
                    <a:ext uri="{9D8B030D-6E8A-4147-A177-3AD203B41FA5}">
                      <a16:colId xmlns:a16="http://schemas.microsoft.com/office/drawing/2014/main" val="863939307"/>
                    </a:ext>
                  </a:extLst>
                </a:gridCol>
                <a:gridCol w="829340">
                  <a:extLst>
                    <a:ext uri="{9D8B030D-6E8A-4147-A177-3AD203B41FA5}">
                      <a16:colId xmlns:a16="http://schemas.microsoft.com/office/drawing/2014/main" val="4286077369"/>
                    </a:ext>
                  </a:extLst>
                </a:gridCol>
                <a:gridCol w="839972">
                  <a:extLst>
                    <a:ext uri="{9D8B030D-6E8A-4147-A177-3AD203B41FA5}">
                      <a16:colId xmlns:a16="http://schemas.microsoft.com/office/drawing/2014/main" val="656629024"/>
                    </a:ext>
                  </a:extLst>
                </a:gridCol>
              </a:tblGrid>
              <a:tr h="370840">
                <a:tc>
                  <a:txBody>
                    <a:bodyPr/>
                    <a:lstStyle/>
                    <a:p>
                      <a:endParaRPr lang="en-US" dirty="0"/>
                    </a:p>
                  </a:txBody>
                  <a:tcPr>
                    <a:solidFill>
                      <a:schemeClr val="tx2">
                        <a:lumMod val="50000"/>
                        <a:lumOff val="50000"/>
                      </a:schemeClr>
                    </a:solidFill>
                  </a:tcPr>
                </a:tc>
                <a:tc>
                  <a:txBody>
                    <a:bodyPr/>
                    <a:lstStyle/>
                    <a:p>
                      <a:r>
                        <a:rPr lang="en-US" dirty="0"/>
                        <a:t>Name</a:t>
                      </a:r>
                    </a:p>
                  </a:txBody>
                  <a:tcPr anchor="ctr">
                    <a:solidFill>
                      <a:schemeClr val="tx2">
                        <a:lumMod val="50000"/>
                        <a:lumOff val="50000"/>
                      </a:schemeClr>
                    </a:solidFill>
                  </a:tcPr>
                </a:tc>
                <a:tc>
                  <a:txBody>
                    <a:bodyPr/>
                    <a:lstStyle/>
                    <a:p>
                      <a:r>
                        <a:rPr lang="en-US" dirty="0"/>
                        <a:t>2023 Grade</a:t>
                      </a:r>
                    </a:p>
                  </a:txBody>
                  <a:tcPr>
                    <a:solidFill>
                      <a:schemeClr val="tx2">
                        <a:lumMod val="50000"/>
                        <a:lumOff val="50000"/>
                      </a:schemeClr>
                    </a:solidFill>
                  </a:tcPr>
                </a:tc>
                <a:tc>
                  <a:txBody>
                    <a:bodyPr/>
                    <a:lstStyle/>
                    <a:p>
                      <a:r>
                        <a:rPr lang="en-US" dirty="0"/>
                        <a:t>2024 Grade</a:t>
                      </a:r>
                    </a:p>
                  </a:txBody>
                  <a:tcPr>
                    <a:solidFill>
                      <a:schemeClr val="tx2">
                        <a:lumMod val="50000"/>
                        <a:lumOff val="50000"/>
                      </a:schemeClr>
                    </a:solidFill>
                  </a:tcPr>
                </a:tc>
                <a:extLst>
                  <a:ext uri="{0D108BD9-81ED-4DB2-BD59-A6C34878D82A}">
                    <a16:rowId xmlns:a16="http://schemas.microsoft.com/office/drawing/2014/main" val="218310895"/>
                  </a:ext>
                </a:extLst>
              </a:tr>
              <a:tr h="370840">
                <a:tc>
                  <a:txBody>
                    <a:bodyPr/>
                    <a:lstStyle/>
                    <a:p>
                      <a:r>
                        <a:rPr lang="en-US" dirty="0"/>
                        <a:t>1</a:t>
                      </a:r>
                    </a:p>
                  </a:txBody>
                  <a:tcPr/>
                </a:tc>
                <a:tc>
                  <a:txBody>
                    <a:bodyPr/>
                    <a:lstStyle/>
                    <a:p>
                      <a:r>
                        <a:rPr lang="en-US" dirty="0"/>
                        <a:t>Luis </a:t>
                      </a:r>
                      <a:r>
                        <a:rPr lang="en-US" dirty="0" err="1"/>
                        <a:t>Arráez</a:t>
                      </a:r>
                      <a:endParaRPr lang="en-US" dirty="0"/>
                    </a:p>
                  </a:txBody>
                  <a:tcPr/>
                </a:tc>
                <a:tc>
                  <a:txBody>
                    <a:bodyPr/>
                    <a:lstStyle/>
                    <a:p>
                      <a:r>
                        <a:rPr lang="en-US" dirty="0"/>
                        <a:t>75</a:t>
                      </a:r>
                    </a:p>
                  </a:txBody>
                  <a:tcPr/>
                </a:tc>
                <a:tc>
                  <a:txBody>
                    <a:bodyPr/>
                    <a:lstStyle/>
                    <a:p>
                      <a:r>
                        <a:rPr lang="en-US" dirty="0"/>
                        <a:t>70</a:t>
                      </a:r>
                    </a:p>
                  </a:txBody>
                  <a:tcPr/>
                </a:tc>
                <a:extLst>
                  <a:ext uri="{0D108BD9-81ED-4DB2-BD59-A6C34878D82A}">
                    <a16:rowId xmlns:a16="http://schemas.microsoft.com/office/drawing/2014/main" val="3206669"/>
                  </a:ext>
                </a:extLst>
              </a:tr>
              <a:tr h="370840">
                <a:tc>
                  <a:txBody>
                    <a:bodyPr/>
                    <a:lstStyle/>
                    <a:p>
                      <a:r>
                        <a:rPr lang="en-US" dirty="0"/>
                        <a:t>2</a:t>
                      </a:r>
                    </a:p>
                  </a:txBody>
                  <a:tcPr/>
                </a:tc>
                <a:tc>
                  <a:txBody>
                    <a:bodyPr/>
                    <a:lstStyle/>
                    <a:p>
                      <a:r>
                        <a:rPr lang="en-US" dirty="0" err="1"/>
                        <a:t>Keibert</a:t>
                      </a:r>
                      <a:r>
                        <a:rPr lang="en-US" dirty="0"/>
                        <a:t> Ruiz</a:t>
                      </a:r>
                    </a:p>
                  </a:txBody>
                  <a:tcPr anchor="ctr"/>
                </a:tc>
                <a:tc>
                  <a:txBody>
                    <a:bodyPr/>
                    <a:lstStyle/>
                    <a:p>
                      <a:r>
                        <a:rPr lang="en-US" dirty="0"/>
                        <a:t>70</a:t>
                      </a:r>
                    </a:p>
                  </a:txBody>
                  <a:tcPr/>
                </a:tc>
                <a:tc>
                  <a:txBody>
                    <a:bodyPr/>
                    <a:lstStyle/>
                    <a:p>
                      <a:r>
                        <a:rPr lang="en-US" dirty="0"/>
                        <a:t>75</a:t>
                      </a:r>
                    </a:p>
                  </a:txBody>
                  <a:tcPr/>
                </a:tc>
                <a:extLst>
                  <a:ext uri="{0D108BD9-81ED-4DB2-BD59-A6C34878D82A}">
                    <a16:rowId xmlns:a16="http://schemas.microsoft.com/office/drawing/2014/main" val="1848325926"/>
                  </a:ext>
                </a:extLst>
              </a:tr>
              <a:tr h="370840">
                <a:tc>
                  <a:txBody>
                    <a:bodyPr/>
                    <a:lstStyle/>
                    <a:p>
                      <a:r>
                        <a:rPr lang="en-US" dirty="0"/>
                        <a:t>3</a:t>
                      </a:r>
                    </a:p>
                  </a:txBody>
                  <a:tcPr/>
                </a:tc>
                <a:tc>
                  <a:txBody>
                    <a:bodyPr/>
                    <a:lstStyle/>
                    <a:p>
                      <a:r>
                        <a:rPr lang="en-US" dirty="0"/>
                        <a:t>Nico </a:t>
                      </a:r>
                      <a:r>
                        <a:rPr lang="en-US" dirty="0" err="1"/>
                        <a:t>Hoerner</a:t>
                      </a:r>
                      <a:endParaRPr lang="en-US" dirty="0"/>
                    </a:p>
                  </a:txBody>
                  <a:tcPr/>
                </a:tc>
                <a:tc>
                  <a:txBody>
                    <a:bodyPr/>
                    <a:lstStyle/>
                    <a:p>
                      <a:r>
                        <a:rPr lang="en-US" dirty="0"/>
                        <a:t>70</a:t>
                      </a:r>
                    </a:p>
                  </a:txBody>
                  <a:tcPr/>
                </a:tc>
                <a:tc>
                  <a:txBody>
                    <a:bodyPr/>
                    <a:lstStyle/>
                    <a:p>
                      <a:r>
                        <a:rPr lang="en-US" dirty="0"/>
                        <a:t>70</a:t>
                      </a:r>
                    </a:p>
                  </a:txBody>
                  <a:tcPr/>
                </a:tc>
                <a:extLst>
                  <a:ext uri="{0D108BD9-81ED-4DB2-BD59-A6C34878D82A}">
                    <a16:rowId xmlns:a16="http://schemas.microsoft.com/office/drawing/2014/main" val="1274399503"/>
                  </a:ext>
                </a:extLst>
              </a:tr>
              <a:tr h="370840">
                <a:tc>
                  <a:txBody>
                    <a:bodyPr/>
                    <a:lstStyle/>
                    <a:p>
                      <a:r>
                        <a:rPr lang="en-US" dirty="0"/>
                        <a:t>4</a:t>
                      </a:r>
                    </a:p>
                  </a:txBody>
                  <a:tcPr/>
                </a:tc>
                <a:tc>
                  <a:txBody>
                    <a:bodyPr/>
                    <a:lstStyle/>
                    <a:p>
                      <a:r>
                        <a:rPr lang="en-US" dirty="0"/>
                        <a:t>Steven Kwan</a:t>
                      </a:r>
                    </a:p>
                  </a:txBody>
                  <a:tcPr/>
                </a:tc>
                <a:tc>
                  <a:txBody>
                    <a:bodyPr/>
                    <a:lstStyle/>
                    <a:p>
                      <a:r>
                        <a:rPr lang="en-US" dirty="0"/>
                        <a:t>70</a:t>
                      </a:r>
                    </a:p>
                  </a:txBody>
                  <a:tcPr/>
                </a:tc>
                <a:tc>
                  <a:txBody>
                    <a:bodyPr/>
                    <a:lstStyle/>
                    <a:p>
                      <a:r>
                        <a:rPr lang="en-US" dirty="0"/>
                        <a:t>70</a:t>
                      </a:r>
                    </a:p>
                  </a:txBody>
                  <a:tcPr/>
                </a:tc>
                <a:extLst>
                  <a:ext uri="{0D108BD9-81ED-4DB2-BD59-A6C34878D82A}">
                    <a16:rowId xmlns:a16="http://schemas.microsoft.com/office/drawing/2014/main" val="275075110"/>
                  </a:ext>
                </a:extLst>
              </a:tr>
              <a:tr h="370840">
                <a:tc>
                  <a:txBody>
                    <a:bodyPr/>
                    <a:lstStyle/>
                    <a:p>
                      <a:r>
                        <a:rPr lang="en-US" dirty="0"/>
                        <a:t>5</a:t>
                      </a:r>
                    </a:p>
                  </a:txBody>
                  <a:tcPr/>
                </a:tc>
                <a:tc>
                  <a:txBody>
                    <a:bodyPr/>
                    <a:lstStyle/>
                    <a:p>
                      <a:r>
                        <a:rPr lang="en-US" dirty="0"/>
                        <a:t>Alejandro Kirk</a:t>
                      </a:r>
                    </a:p>
                  </a:txBody>
                  <a:tcPr anchor="ctr"/>
                </a:tc>
                <a:tc>
                  <a:txBody>
                    <a:bodyPr/>
                    <a:lstStyle/>
                    <a:p>
                      <a:r>
                        <a:rPr lang="en-US" dirty="0"/>
                        <a:t>65</a:t>
                      </a:r>
                    </a:p>
                  </a:txBody>
                  <a:tcPr/>
                </a:tc>
                <a:tc>
                  <a:txBody>
                    <a:bodyPr/>
                    <a:lstStyle/>
                    <a:p>
                      <a:r>
                        <a:rPr lang="en-US" dirty="0"/>
                        <a:t>55</a:t>
                      </a:r>
                    </a:p>
                  </a:txBody>
                  <a:tcPr/>
                </a:tc>
                <a:extLst>
                  <a:ext uri="{0D108BD9-81ED-4DB2-BD59-A6C34878D82A}">
                    <a16:rowId xmlns:a16="http://schemas.microsoft.com/office/drawing/2014/main" val="3416198660"/>
                  </a:ext>
                </a:extLst>
              </a:tr>
              <a:tr h="370840">
                <a:tc>
                  <a:txBody>
                    <a:bodyPr/>
                    <a:lstStyle/>
                    <a:p>
                      <a:r>
                        <a:rPr lang="en-US" dirty="0"/>
                        <a:t>6</a:t>
                      </a:r>
                    </a:p>
                  </a:txBody>
                  <a:tcPr/>
                </a:tc>
                <a:tc>
                  <a:txBody>
                    <a:bodyPr/>
                    <a:lstStyle/>
                    <a:p>
                      <a:r>
                        <a:rPr lang="en-US" dirty="0"/>
                        <a:t>José Ramírez</a:t>
                      </a:r>
                    </a:p>
                  </a:txBody>
                  <a:tcPr/>
                </a:tc>
                <a:tc>
                  <a:txBody>
                    <a:bodyPr/>
                    <a:lstStyle/>
                    <a:p>
                      <a:r>
                        <a:rPr lang="en-US" dirty="0"/>
                        <a:t>65</a:t>
                      </a:r>
                    </a:p>
                  </a:txBody>
                  <a:tcPr/>
                </a:tc>
                <a:tc>
                  <a:txBody>
                    <a:bodyPr/>
                    <a:lstStyle/>
                    <a:p>
                      <a:r>
                        <a:rPr lang="en-US" dirty="0"/>
                        <a:t>65</a:t>
                      </a:r>
                    </a:p>
                  </a:txBody>
                  <a:tcPr/>
                </a:tc>
                <a:extLst>
                  <a:ext uri="{0D108BD9-81ED-4DB2-BD59-A6C34878D82A}">
                    <a16:rowId xmlns:a16="http://schemas.microsoft.com/office/drawing/2014/main" val="3631880386"/>
                  </a:ext>
                </a:extLst>
              </a:tr>
              <a:tr h="370840">
                <a:tc>
                  <a:txBody>
                    <a:bodyPr/>
                    <a:lstStyle/>
                    <a:p>
                      <a:r>
                        <a:rPr lang="en-US" dirty="0"/>
                        <a:t>7</a:t>
                      </a:r>
                    </a:p>
                  </a:txBody>
                  <a:tcPr/>
                </a:tc>
                <a:tc>
                  <a:txBody>
                    <a:bodyPr/>
                    <a:lstStyle/>
                    <a:p>
                      <a:r>
                        <a:rPr lang="en-US" dirty="0"/>
                        <a:t>Mauricio </a:t>
                      </a:r>
                      <a:r>
                        <a:rPr lang="en-US" dirty="0" err="1"/>
                        <a:t>Dubón</a:t>
                      </a:r>
                      <a:endParaRPr lang="en-US" dirty="0"/>
                    </a:p>
                  </a:txBody>
                  <a:tcPr anchor="ctr"/>
                </a:tc>
                <a:tc>
                  <a:txBody>
                    <a:bodyPr/>
                    <a:lstStyle/>
                    <a:p>
                      <a:r>
                        <a:rPr lang="en-US" dirty="0"/>
                        <a:t>65</a:t>
                      </a:r>
                    </a:p>
                  </a:txBody>
                  <a:tcPr/>
                </a:tc>
                <a:tc>
                  <a:txBody>
                    <a:bodyPr/>
                    <a:lstStyle/>
                    <a:p>
                      <a:r>
                        <a:rPr lang="en-US" dirty="0"/>
                        <a:t>60</a:t>
                      </a:r>
                    </a:p>
                  </a:txBody>
                  <a:tcPr/>
                </a:tc>
                <a:extLst>
                  <a:ext uri="{0D108BD9-81ED-4DB2-BD59-A6C34878D82A}">
                    <a16:rowId xmlns:a16="http://schemas.microsoft.com/office/drawing/2014/main" val="1441666652"/>
                  </a:ext>
                </a:extLst>
              </a:tr>
              <a:tr h="370840">
                <a:tc>
                  <a:txBody>
                    <a:bodyPr/>
                    <a:lstStyle/>
                    <a:p>
                      <a:r>
                        <a:rPr lang="en-US" dirty="0"/>
                        <a:t>8</a:t>
                      </a:r>
                    </a:p>
                  </a:txBody>
                  <a:tcPr/>
                </a:tc>
                <a:tc>
                  <a:txBody>
                    <a:bodyPr/>
                    <a:lstStyle/>
                    <a:p>
                      <a:r>
                        <a:rPr lang="en-US" dirty="0"/>
                        <a:t>Miguel Rojas</a:t>
                      </a:r>
                    </a:p>
                  </a:txBody>
                  <a:tcPr anchor="ctr"/>
                </a:tc>
                <a:tc>
                  <a:txBody>
                    <a:bodyPr/>
                    <a:lstStyle/>
                    <a:p>
                      <a:r>
                        <a:rPr lang="en-US" dirty="0"/>
                        <a:t>65</a:t>
                      </a:r>
                    </a:p>
                  </a:txBody>
                  <a:tcPr/>
                </a:tc>
                <a:tc>
                  <a:txBody>
                    <a:bodyPr/>
                    <a:lstStyle/>
                    <a:p>
                      <a:r>
                        <a:rPr lang="en-US" dirty="0"/>
                        <a:t>-</a:t>
                      </a:r>
                    </a:p>
                  </a:txBody>
                  <a:tcPr/>
                </a:tc>
                <a:extLst>
                  <a:ext uri="{0D108BD9-81ED-4DB2-BD59-A6C34878D82A}">
                    <a16:rowId xmlns:a16="http://schemas.microsoft.com/office/drawing/2014/main" val="2666337762"/>
                  </a:ext>
                </a:extLst>
              </a:tr>
              <a:tr h="370840">
                <a:tc>
                  <a:txBody>
                    <a:bodyPr/>
                    <a:lstStyle/>
                    <a:p>
                      <a:r>
                        <a:rPr lang="en-US" dirty="0"/>
                        <a:t>9</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Jeff </a:t>
                      </a:r>
                      <a:r>
                        <a:rPr lang="en-US" dirty="0" err="1"/>
                        <a:t>Mcneil</a:t>
                      </a:r>
                      <a:endParaRPr lang="en-US" dirty="0"/>
                    </a:p>
                  </a:txBody>
                  <a:tcPr anchor="ctr"/>
                </a:tc>
                <a:tc>
                  <a:txBody>
                    <a:bodyPr/>
                    <a:lstStyle/>
                    <a:p>
                      <a:r>
                        <a:rPr lang="en-US" dirty="0"/>
                        <a:t>65</a:t>
                      </a:r>
                    </a:p>
                  </a:txBody>
                  <a:tcPr/>
                </a:tc>
                <a:tc>
                  <a:txBody>
                    <a:bodyPr/>
                    <a:lstStyle/>
                    <a:p>
                      <a:r>
                        <a:rPr lang="en-US" dirty="0"/>
                        <a:t>65</a:t>
                      </a:r>
                    </a:p>
                  </a:txBody>
                  <a:tcPr/>
                </a:tc>
                <a:extLst>
                  <a:ext uri="{0D108BD9-81ED-4DB2-BD59-A6C34878D82A}">
                    <a16:rowId xmlns:a16="http://schemas.microsoft.com/office/drawing/2014/main" val="2694635321"/>
                  </a:ext>
                </a:extLst>
              </a:tr>
              <a:tr h="370840">
                <a:tc>
                  <a:txBody>
                    <a:bodyPr/>
                    <a:lstStyle/>
                    <a:p>
                      <a:r>
                        <a:rPr lang="en-US" dirty="0"/>
                        <a:t>10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Josh Naylor</a:t>
                      </a:r>
                    </a:p>
                  </a:txBody>
                  <a:tcPr anchor="ctr"/>
                </a:tc>
                <a:tc>
                  <a:txBody>
                    <a:bodyPr/>
                    <a:lstStyle/>
                    <a:p>
                      <a:r>
                        <a:rPr lang="en-US" dirty="0"/>
                        <a:t>65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55</a:t>
                      </a:r>
                    </a:p>
                  </a:txBody>
                  <a:tcPr/>
                </a:tc>
                <a:extLst>
                  <a:ext uri="{0D108BD9-81ED-4DB2-BD59-A6C34878D82A}">
                    <a16:rowId xmlns:a16="http://schemas.microsoft.com/office/drawing/2014/main" val="1770309337"/>
                  </a:ext>
                </a:extLst>
              </a:tr>
            </a:tbl>
          </a:graphicData>
        </a:graphic>
      </p:graphicFrame>
      <p:graphicFrame>
        <p:nvGraphicFramePr>
          <p:cNvPr id="5" name="Content Placeholder 3">
            <a:extLst>
              <a:ext uri="{FF2B5EF4-FFF2-40B4-BE49-F238E27FC236}">
                <a16:creationId xmlns:a16="http://schemas.microsoft.com/office/drawing/2014/main" id="{710C4969-E559-2929-55D5-9FC1218298C1}"/>
              </a:ext>
            </a:extLst>
          </p:cNvPr>
          <p:cNvGraphicFramePr>
            <a:graphicFrameLocks/>
          </p:cNvGraphicFramePr>
          <p:nvPr>
            <p:extLst>
              <p:ext uri="{D42A27DB-BD31-4B8C-83A1-F6EECF244321}">
                <p14:modId xmlns:p14="http://schemas.microsoft.com/office/powerpoint/2010/main" val="2601558386"/>
              </p:ext>
            </p:extLst>
          </p:nvPr>
        </p:nvGraphicFramePr>
        <p:xfrm>
          <a:off x="6757221" y="2211233"/>
          <a:ext cx="4509977" cy="4348480"/>
        </p:xfrm>
        <a:graphic>
          <a:graphicData uri="http://schemas.openxmlformats.org/drawingml/2006/table">
            <a:tbl>
              <a:tblPr firstRow="1" bandRow="1">
                <a:tableStyleId>{5C22544A-7EE6-4342-B048-85BDC9FD1C3A}</a:tableStyleId>
              </a:tblPr>
              <a:tblGrid>
                <a:gridCol w="469604">
                  <a:extLst>
                    <a:ext uri="{9D8B030D-6E8A-4147-A177-3AD203B41FA5}">
                      <a16:colId xmlns:a16="http://schemas.microsoft.com/office/drawing/2014/main" val="1990438616"/>
                    </a:ext>
                  </a:extLst>
                </a:gridCol>
                <a:gridCol w="2371061">
                  <a:extLst>
                    <a:ext uri="{9D8B030D-6E8A-4147-A177-3AD203B41FA5}">
                      <a16:colId xmlns:a16="http://schemas.microsoft.com/office/drawing/2014/main" val="863939307"/>
                    </a:ext>
                  </a:extLst>
                </a:gridCol>
                <a:gridCol w="829340">
                  <a:extLst>
                    <a:ext uri="{9D8B030D-6E8A-4147-A177-3AD203B41FA5}">
                      <a16:colId xmlns:a16="http://schemas.microsoft.com/office/drawing/2014/main" val="4286077369"/>
                    </a:ext>
                  </a:extLst>
                </a:gridCol>
                <a:gridCol w="839972">
                  <a:extLst>
                    <a:ext uri="{9D8B030D-6E8A-4147-A177-3AD203B41FA5}">
                      <a16:colId xmlns:a16="http://schemas.microsoft.com/office/drawing/2014/main" val="656629024"/>
                    </a:ext>
                  </a:extLst>
                </a:gridCol>
              </a:tblGrid>
              <a:tr h="370840">
                <a:tc>
                  <a:txBody>
                    <a:bodyPr/>
                    <a:lstStyle/>
                    <a:p>
                      <a:endParaRPr lang="en-US" dirty="0"/>
                    </a:p>
                  </a:txBody>
                  <a:tcPr>
                    <a:solidFill>
                      <a:schemeClr val="tx2">
                        <a:lumMod val="50000"/>
                        <a:lumOff val="50000"/>
                      </a:schemeClr>
                    </a:solidFill>
                  </a:tcPr>
                </a:tc>
                <a:tc>
                  <a:txBody>
                    <a:bodyPr/>
                    <a:lstStyle/>
                    <a:p>
                      <a:r>
                        <a:rPr lang="en-US" dirty="0"/>
                        <a:t>Name</a:t>
                      </a:r>
                    </a:p>
                  </a:txBody>
                  <a:tcPr anchor="ctr">
                    <a:solidFill>
                      <a:schemeClr val="tx2">
                        <a:lumMod val="50000"/>
                        <a:lumOff val="50000"/>
                      </a:schemeClr>
                    </a:solidFill>
                  </a:tcPr>
                </a:tc>
                <a:tc>
                  <a:txBody>
                    <a:bodyPr/>
                    <a:lstStyle/>
                    <a:p>
                      <a:r>
                        <a:rPr lang="en-US" dirty="0"/>
                        <a:t>2023 Grade</a:t>
                      </a:r>
                    </a:p>
                  </a:txBody>
                  <a:tcPr>
                    <a:solidFill>
                      <a:schemeClr val="tx2">
                        <a:lumMod val="50000"/>
                        <a:lumOff val="50000"/>
                      </a:schemeClr>
                    </a:solidFill>
                  </a:tcPr>
                </a:tc>
                <a:tc>
                  <a:txBody>
                    <a:bodyPr/>
                    <a:lstStyle/>
                    <a:p>
                      <a:r>
                        <a:rPr lang="en-US" dirty="0"/>
                        <a:t>2024 Grade</a:t>
                      </a:r>
                    </a:p>
                  </a:txBody>
                  <a:tcPr>
                    <a:solidFill>
                      <a:schemeClr val="tx2">
                        <a:lumMod val="50000"/>
                        <a:lumOff val="50000"/>
                      </a:schemeClr>
                    </a:solidFill>
                  </a:tcPr>
                </a:tc>
                <a:extLst>
                  <a:ext uri="{0D108BD9-81ED-4DB2-BD59-A6C34878D82A}">
                    <a16:rowId xmlns:a16="http://schemas.microsoft.com/office/drawing/2014/main" val="218310895"/>
                  </a:ext>
                </a:extLst>
              </a:tr>
              <a:tr h="370840">
                <a:tc>
                  <a:txBody>
                    <a:bodyPr/>
                    <a:lstStyle/>
                    <a:p>
                      <a:r>
                        <a:rPr lang="en-US" dirty="0"/>
                        <a:t>1</a:t>
                      </a:r>
                    </a:p>
                  </a:txBody>
                  <a:tcPr/>
                </a:tc>
                <a:tc>
                  <a:txBody>
                    <a:bodyPr/>
                    <a:lstStyle/>
                    <a:p>
                      <a:r>
                        <a:rPr lang="en-US" dirty="0" err="1"/>
                        <a:t>Keibert</a:t>
                      </a:r>
                      <a:r>
                        <a:rPr lang="en-US" dirty="0"/>
                        <a:t> Ruiz</a:t>
                      </a:r>
                    </a:p>
                  </a:txBody>
                  <a:tcPr/>
                </a:tc>
                <a:tc>
                  <a:txBody>
                    <a:bodyPr/>
                    <a:lstStyle/>
                    <a:p>
                      <a:r>
                        <a:rPr lang="en-US" dirty="0"/>
                        <a:t>70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75</a:t>
                      </a:r>
                    </a:p>
                  </a:txBody>
                  <a:tcPr/>
                </a:tc>
                <a:extLst>
                  <a:ext uri="{0D108BD9-81ED-4DB2-BD59-A6C34878D82A}">
                    <a16:rowId xmlns:a16="http://schemas.microsoft.com/office/drawing/2014/main" val="3076003151"/>
                  </a:ext>
                </a:extLst>
              </a:tr>
              <a:tr h="370840">
                <a:tc>
                  <a:txBody>
                    <a:bodyPr/>
                    <a:lstStyle/>
                    <a:p>
                      <a:r>
                        <a:rPr lang="en-US" dirty="0"/>
                        <a:t>2</a:t>
                      </a:r>
                    </a:p>
                  </a:txBody>
                  <a:tcPr/>
                </a:tc>
                <a:tc>
                  <a:txBody>
                    <a:bodyPr/>
                    <a:lstStyle/>
                    <a:p>
                      <a:r>
                        <a:rPr lang="en-US" dirty="0"/>
                        <a:t>Luis </a:t>
                      </a:r>
                      <a:r>
                        <a:rPr lang="en-US" dirty="0" err="1"/>
                        <a:t>Arráez</a:t>
                      </a:r>
                      <a:endParaRPr lang="en-US" dirty="0"/>
                    </a:p>
                  </a:txBody>
                  <a:tcPr/>
                </a:tc>
                <a:tc>
                  <a:txBody>
                    <a:bodyPr/>
                    <a:lstStyle/>
                    <a:p>
                      <a:r>
                        <a:rPr lang="en-US" dirty="0"/>
                        <a:t>75</a:t>
                      </a:r>
                    </a:p>
                  </a:txBody>
                  <a:tcPr/>
                </a:tc>
                <a:tc>
                  <a:txBody>
                    <a:bodyPr/>
                    <a:lstStyle/>
                    <a:p>
                      <a:r>
                        <a:rPr lang="en-US" dirty="0"/>
                        <a:t>70</a:t>
                      </a:r>
                    </a:p>
                  </a:txBody>
                  <a:tcPr/>
                </a:tc>
                <a:extLst>
                  <a:ext uri="{0D108BD9-81ED-4DB2-BD59-A6C34878D82A}">
                    <a16:rowId xmlns:a16="http://schemas.microsoft.com/office/drawing/2014/main" val="3206669"/>
                  </a:ext>
                </a:extLst>
              </a:tr>
              <a:tr h="370840">
                <a:tc>
                  <a:txBody>
                    <a:bodyPr/>
                    <a:lstStyle/>
                    <a:p>
                      <a:r>
                        <a:rPr lang="en-US" dirty="0"/>
                        <a:t>3</a:t>
                      </a:r>
                    </a:p>
                  </a:txBody>
                  <a:tcPr/>
                </a:tc>
                <a:tc>
                  <a:txBody>
                    <a:bodyPr/>
                    <a:lstStyle/>
                    <a:p>
                      <a:r>
                        <a:rPr lang="en-US" dirty="0"/>
                        <a:t>Steven Kwan</a:t>
                      </a:r>
                    </a:p>
                  </a:txBody>
                  <a:tcPr anchor="ctr"/>
                </a:tc>
                <a:tc>
                  <a:txBody>
                    <a:bodyPr/>
                    <a:lstStyle/>
                    <a:p>
                      <a:r>
                        <a:rPr lang="en-US" dirty="0"/>
                        <a:t>65</a:t>
                      </a:r>
                    </a:p>
                  </a:txBody>
                  <a:tcPr/>
                </a:tc>
                <a:tc>
                  <a:txBody>
                    <a:bodyPr/>
                    <a:lstStyle/>
                    <a:p>
                      <a:r>
                        <a:rPr lang="en-US" dirty="0"/>
                        <a:t>70</a:t>
                      </a:r>
                    </a:p>
                  </a:txBody>
                  <a:tcPr/>
                </a:tc>
                <a:extLst>
                  <a:ext uri="{0D108BD9-81ED-4DB2-BD59-A6C34878D82A}">
                    <a16:rowId xmlns:a16="http://schemas.microsoft.com/office/drawing/2014/main" val="1848325926"/>
                  </a:ext>
                </a:extLst>
              </a:tr>
              <a:tr h="370840">
                <a:tc>
                  <a:txBody>
                    <a:bodyPr/>
                    <a:lstStyle/>
                    <a:p>
                      <a:r>
                        <a:rPr lang="en-US" dirty="0"/>
                        <a:t>4</a:t>
                      </a:r>
                    </a:p>
                  </a:txBody>
                  <a:tcPr/>
                </a:tc>
                <a:tc>
                  <a:txBody>
                    <a:bodyPr/>
                    <a:lstStyle/>
                    <a:p>
                      <a:r>
                        <a:rPr lang="en-US" dirty="0"/>
                        <a:t>Isiah Kiner-</a:t>
                      </a:r>
                      <a:r>
                        <a:rPr lang="en-US" dirty="0" err="1"/>
                        <a:t>Falefa</a:t>
                      </a:r>
                      <a:endParaRPr lang="en-US" dirty="0"/>
                    </a:p>
                  </a:txBody>
                  <a:tcPr/>
                </a:tc>
                <a:tc>
                  <a:txBody>
                    <a:bodyPr/>
                    <a:lstStyle/>
                    <a:p>
                      <a:r>
                        <a:rPr lang="en-US" dirty="0"/>
                        <a:t>60</a:t>
                      </a:r>
                    </a:p>
                  </a:txBody>
                  <a:tcPr/>
                </a:tc>
                <a:tc>
                  <a:txBody>
                    <a:bodyPr/>
                    <a:lstStyle/>
                    <a:p>
                      <a:r>
                        <a:rPr lang="en-US" dirty="0"/>
                        <a:t>70</a:t>
                      </a:r>
                    </a:p>
                  </a:txBody>
                  <a:tcPr/>
                </a:tc>
                <a:extLst>
                  <a:ext uri="{0D108BD9-81ED-4DB2-BD59-A6C34878D82A}">
                    <a16:rowId xmlns:a16="http://schemas.microsoft.com/office/drawing/2014/main" val="1274399503"/>
                  </a:ext>
                </a:extLst>
              </a:tr>
              <a:tr h="370840">
                <a:tc>
                  <a:txBody>
                    <a:bodyPr/>
                    <a:lstStyle/>
                    <a:p>
                      <a:r>
                        <a:rPr lang="en-US" dirty="0"/>
                        <a:t>5</a:t>
                      </a:r>
                    </a:p>
                  </a:txBody>
                  <a:tcPr/>
                </a:tc>
                <a:tc>
                  <a:txBody>
                    <a:bodyPr/>
                    <a:lstStyle/>
                    <a:p>
                      <a:r>
                        <a:rPr lang="en-US" dirty="0"/>
                        <a:t>Nico </a:t>
                      </a:r>
                      <a:r>
                        <a:rPr lang="en-US" dirty="0" err="1"/>
                        <a:t>Hoerner</a:t>
                      </a:r>
                      <a:endParaRPr lang="en-US" dirty="0"/>
                    </a:p>
                  </a:txBody>
                  <a:tcPr/>
                </a:tc>
                <a:tc>
                  <a:txBody>
                    <a:bodyPr/>
                    <a:lstStyle/>
                    <a:p>
                      <a:r>
                        <a:rPr lang="en-US" dirty="0"/>
                        <a:t>70</a:t>
                      </a:r>
                    </a:p>
                  </a:txBody>
                  <a:tcPr/>
                </a:tc>
                <a:tc>
                  <a:txBody>
                    <a:bodyPr/>
                    <a:lstStyle/>
                    <a:p>
                      <a:r>
                        <a:rPr lang="en-US" dirty="0"/>
                        <a:t>70</a:t>
                      </a:r>
                    </a:p>
                  </a:txBody>
                  <a:tcPr/>
                </a:tc>
                <a:extLst>
                  <a:ext uri="{0D108BD9-81ED-4DB2-BD59-A6C34878D82A}">
                    <a16:rowId xmlns:a16="http://schemas.microsoft.com/office/drawing/2014/main" val="275075110"/>
                  </a:ext>
                </a:extLst>
              </a:tr>
              <a:tr h="370840">
                <a:tc>
                  <a:txBody>
                    <a:bodyPr/>
                    <a:lstStyle/>
                    <a:p>
                      <a:r>
                        <a:rPr lang="en-US" dirty="0"/>
                        <a:t>6</a:t>
                      </a:r>
                    </a:p>
                  </a:txBody>
                  <a:tcPr/>
                </a:tc>
                <a:tc>
                  <a:txBody>
                    <a:bodyPr/>
                    <a:lstStyle/>
                    <a:p>
                      <a:r>
                        <a:rPr lang="en-US" dirty="0"/>
                        <a:t>Bo </a:t>
                      </a:r>
                      <a:r>
                        <a:rPr lang="en-US" dirty="0" err="1"/>
                        <a:t>Bichette</a:t>
                      </a:r>
                      <a:endParaRPr lang="en-US" dirty="0"/>
                    </a:p>
                  </a:txBody>
                  <a:tcPr/>
                </a:tc>
                <a:tc>
                  <a:txBody>
                    <a:bodyPr/>
                    <a:lstStyle/>
                    <a:p>
                      <a:r>
                        <a:rPr lang="en-US" dirty="0"/>
                        <a:t>60</a:t>
                      </a:r>
                    </a:p>
                  </a:txBody>
                  <a:tcPr/>
                </a:tc>
                <a:tc>
                  <a:txBody>
                    <a:bodyPr/>
                    <a:lstStyle/>
                    <a:p>
                      <a:r>
                        <a:rPr lang="en-US" dirty="0"/>
                        <a:t>65</a:t>
                      </a:r>
                    </a:p>
                  </a:txBody>
                  <a:tcPr/>
                </a:tc>
                <a:extLst>
                  <a:ext uri="{0D108BD9-81ED-4DB2-BD59-A6C34878D82A}">
                    <a16:rowId xmlns:a16="http://schemas.microsoft.com/office/drawing/2014/main" val="3416198660"/>
                  </a:ext>
                </a:extLst>
              </a:tr>
              <a:tr h="370840">
                <a:tc>
                  <a:txBody>
                    <a:bodyPr/>
                    <a:lstStyle/>
                    <a:p>
                      <a:r>
                        <a:rPr lang="en-US" dirty="0"/>
                        <a:t>7</a:t>
                      </a:r>
                    </a:p>
                  </a:txBody>
                  <a:tcPr/>
                </a:tc>
                <a:tc>
                  <a:txBody>
                    <a:bodyPr/>
                    <a:lstStyle/>
                    <a:p>
                      <a:r>
                        <a:rPr lang="en-US" dirty="0"/>
                        <a:t>Jeff </a:t>
                      </a:r>
                      <a:r>
                        <a:rPr lang="en-US" dirty="0" err="1"/>
                        <a:t>Mcneil</a:t>
                      </a:r>
                      <a:endParaRPr lang="en-US" dirty="0"/>
                    </a:p>
                  </a:txBody>
                  <a:tcPr anchor="ctr"/>
                </a:tc>
                <a:tc>
                  <a:txBody>
                    <a:bodyPr/>
                    <a:lstStyle/>
                    <a:p>
                      <a:r>
                        <a:rPr lang="en-US" dirty="0"/>
                        <a:t>65</a:t>
                      </a:r>
                    </a:p>
                  </a:txBody>
                  <a:tcPr/>
                </a:tc>
                <a:tc>
                  <a:txBody>
                    <a:bodyPr/>
                    <a:lstStyle/>
                    <a:p>
                      <a:r>
                        <a:rPr lang="en-US" dirty="0"/>
                        <a:t>65</a:t>
                      </a:r>
                    </a:p>
                  </a:txBody>
                  <a:tcPr/>
                </a:tc>
                <a:extLst>
                  <a:ext uri="{0D108BD9-81ED-4DB2-BD59-A6C34878D82A}">
                    <a16:rowId xmlns:a16="http://schemas.microsoft.com/office/drawing/2014/main" val="3631880386"/>
                  </a:ext>
                </a:extLst>
              </a:tr>
              <a:tr h="370840">
                <a:tc>
                  <a:txBody>
                    <a:bodyPr/>
                    <a:lstStyle/>
                    <a:p>
                      <a:r>
                        <a:rPr lang="en-US" dirty="0"/>
                        <a:t>8</a:t>
                      </a:r>
                    </a:p>
                  </a:txBody>
                  <a:tcPr/>
                </a:tc>
                <a:tc>
                  <a:txBody>
                    <a:bodyPr/>
                    <a:lstStyle/>
                    <a:p>
                      <a:r>
                        <a:rPr lang="en-US" dirty="0"/>
                        <a:t>Yandy Díaz</a:t>
                      </a:r>
                    </a:p>
                  </a:txBody>
                  <a:tcPr/>
                </a:tc>
                <a:tc>
                  <a:txBody>
                    <a:bodyPr/>
                    <a:lstStyle/>
                    <a:p>
                      <a:r>
                        <a:rPr lang="en-US" dirty="0"/>
                        <a:t>55</a:t>
                      </a:r>
                    </a:p>
                  </a:txBody>
                  <a:tcPr/>
                </a:tc>
                <a:tc>
                  <a:txBody>
                    <a:bodyPr/>
                    <a:lstStyle/>
                    <a:p>
                      <a:r>
                        <a:rPr lang="en-US" dirty="0"/>
                        <a:t>65</a:t>
                      </a:r>
                    </a:p>
                  </a:txBody>
                  <a:tcPr/>
                </a:tc>
                <a:extLst>
                  <a:ext uri="{0D108BD9-81ED-4DB2-BD59-A6C34878D82A}">
                    <a16:rowId xmlns:a16="http://schemas.microsoft.com/office/drawing/2014/main" val="1441666652"/>
                  </a:ext>
                </a:extLst>
              </a:tr>
              <a:tr h="370840">
                <a:tc>
                  <a:txBody>
                    <a:bodyPr/>
                    <a:lstStyle/>
                    <a:p>
                      <a:r>
                        <a:rPr lang="en-US" dirty="0"/>
                        <a:t>9</a:t>
                      </a:r>
                    </a:p>
                  </a:txBody>
                  <a:tcPr/>
                </a:tc>
                <a:tc>
                  <a:txBody>
                    <a:bodyPr/>
                    <a:lstStyle/>
                    <a:p>
                      <a:r>
                        <a:rPr lang="en-US" dirty="0"/>
                        <a:t>José Ramírez</a:t>
                      </a:r>
                    </a:p>
                  </a:txBody>
                  <a:tcPr anchor="ctr"/>
                </a:tc>
                <a:tc>
                  <a:txBody>
                    <a:bodyPr/>
                    <a:lstStyle/>
                    <a:p>
                      <a:r>
                        <a:rPr lang="en-US" dirty="0"/>
                        <a:t>65</a:t>
                      </a:r>
                    </a:p>
                  </a:txBody>
                  <a:tcPr/>
                </a:tc>
                <a:tc>
                  <a:txBody>
                    <a:bodyPr/>
                    <a:lstStyle/>
                    <a:p>
                      <a:r>
                        <a:rPr lang="en-US" dirty="0"/>
                        <a:t>65</a:t>
                      </a:r>
                    </a:p>
                  </a:txBody>
                  <a:tcPr/>
                </a:tc>
                <a:extLst>
                  <a:ext uri="{0D108BD9-81ED-4DB2-BD59-A6C34878D82A}">
                    <a16:rowId xmlns:a16="http://schemas.microsoft.com/office/drawing/2014/main" val="2666337762"/>
                  </a:ext>
                </a:extLst>
              </a:tr>
              <a:tr h="370840">
                <a:tc>
                  <a:txBody>
                    <a:bodyPr/>
                    <a:lstStyle/>
                    <a:p>
                      <a:r>
                        <a:rPr lang="en-US" dirty="0"/>
                        <a:t>10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Alex Bregman</a:t>
                      </a:r>
                    </a:p>
                  </a:txBody>
                  <a:tcPr anchor="ctr"/>
                </a:tc>
                <a:tc>
                  <a:txBody>
                    <a:bodyPr/>
                    <a:lstStyle/>
                    <a:p>
                      <a:r>
                        <a:rPr lang="en-US" dirty="0"/>
                        <a:t>65</a:t>
                      </a:r>
                    </a:p>
                  </a:txBody>
                  <a:tcPr/>
                </a:tc>
                <a:tc>
                  <a:txBody>
                    <a:bodyPr/>
                    <a:lstStyle/>
                    <a:p>
                      <a:r>
                        <a:rPr lang="en-US" dirty="0"/>
                        <a:t>65</a:t>
                      </a:r>
                    </a:p>
                  </a:txBody>
                  <a:tcPr/>
                </a:tc>
                <a:extLst>
                  <a:ext uri="{0D108BD9-81ED-4DB2-BD59-A6C34878D82A}">
                    <a16:rowId xmlns:a16="http://schemas.microsoft.com/office/drawing/2014/main" val="2694635321"/>
                  </a:ext>
                </a:extLst>
              </a:tr>
            </a:tbl>
          </a:graphicData>
        </a:graphic>
      </p:graphicFrame>
      <p:sp>
        <p:nvSpPr>
          <p:cNvPr id="15" name="Title 1">
            <a:extLst>
              <a:ext uri="{FF2B5EF4-FFF2-40B4-BE49-F238E27FC236}">
                <a16:creationId xmlns:a16="http://schemas.microsoft.com/office/drawing/2014/main" id="{479FEC92-190B-606E-2A7A-A8376EA411F9}"/>
              </a:ext>
            </a:extLst>
          </p:cNvPr>
          <p:cNvSpPr txBox="1">
            <a:spLocks/>
          </p:cNvSpPr>
          <p:nvPr/>
        </p:nvSpPr>
        <p:spPr>
          <a:xfrm>
            <a:off x="838201" y="300580"/>
            <a:ext cx="9829800" cy="108952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a:solidFill>
                  <a:srgbClr val="FFFFFF"/>
                </a:solidFill>
              </a:rPr>
              <a:t>Contact Leaders</a:t>
            </a:r>
            <a:endParaRPr lang="en-US" sz="3600" dirty="0">
              <a:solidFill>
                <a:srgbClr val="FFFFFF"/>
              </a:solidFill>
            </a:endParaRPr>
          </a:p>
        </p:txBody>
      </p:sp>
    </p:spTree>
    <p:extLst>
      <p:ext uri="{BB962C8B-B14F-4D97-AF65-F5344CB8AC3E}">
        <p14:creationId xmlns:p14="http://schemas.microsoft.com/office/powerpoint/2010/main" val="34430255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Shape 10">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Isosceles Triangle 18">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graph of red and blue dots&#10;&#10;Description automatically generated">
            <a:extLst>
              <a:ext uri="{FF2B5EF4-FFF2-40B4-BE49-F238E27FC236}">
                <a16:creationId xmlns:a16="http://schemas.microsoft.com/office/drawing/2014/main" id="{2DE4C262-AE32-7395-1FCC-445492F51757}"/>
              </a:ext>
            </a:extLst>
          </p:cNvPr>
          <p:cNvPicPr>
            <a:picLocks noGrp="1" noChangeAspect="1"/>
          </p:cNvPicPr>
          <p:nvPr>
            <p:ph idx="1"/>
          </p:nvPr>
        </p:nvPicPr>
        <p:blipFill>
          <a:blip r:embed="rId3"/>
          <a:stretch>
            <a:fillRect/>
          </a:stretch>
        </p:blipFill>
        <p:spPr>
          <a:xfrm>
            <a:off x="2454780" y="643467"/>
            <a:ext cx="7282440" cy="5571066"/>
          </a:xfrm>
          <a:prstGeom prst="rect">
            <a:avLst/>
          </a:prstGeom>
          <a:ln>
            <a:noFill/>
          </a:ln>
        </p:spPr>
      </p:pic>
      <p:sp>
        <p:nvSpPr>
          <p:cNvPr id="23" name="Isosceles Triangle 20">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002293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Slide background fill">
            <a:extLst>
              <a:ext uri="{FF2B5EF4-FFF2-40B4-BE49-F238E27FC236}">
                <a16:creationId xmlns:a16="http://schemas.microsoft.com/office/drawing/2014/main" id="{8DF67618-B87B-4195-8E24-3B126F79F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Color 2">
            <a:extLst>
              <a:ext uri="{FF2B5EF4-FFF2-40B4-BE49-F238E27FC236}">
                <a16:creationId xmlns:a16="http://schemas.microsoft.com/office/drawing/2014/main" id="{64960379-9FF9-400A-A8A8-F5AB633FD3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8" name="Group 17">
            <a:extLst>
              <a:ext uri="{FF2B5EF4-FFF2-40B4-BE49-F238E27FC236}">
                <a16:creationId xmlns:a16="http://schemas.microsoft.com/office/drawing/2014/main" id="{2C491629-AE25-486B-9B22-2CE4EE8F7E4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218159" cy="6858000"/>
            <a:chOff x="651279" y="598259"/>
            <a:chExt cx="10889442" cy="5680742"/>
          </a:xfrm>
        </p:grpSpPr>
        <p:sp>
          <p:nvSpPr>
            <p:cNvPr id="19" name="Color">
              <a:extLst>
                <a:ext uri="{FF2B5EF4-FFF2-40B4-BE49-F238E27FC236}">
                  <a16:creationId xmlns:a16="http://schemas.microsoft.com/office/drawing/2014/main" id="{590EB173-7DC2-4BE8-BC08-19BC09DBD9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Color">
              <a:extLst>
                <a:ext uri="{FF2B5EF4-FFF2-40B4-BE49-F238E27FC236}">
                  <a16:creationId xmlns:a16="http://schemas.microsoft.com/office/drawing/2014/main" id="{0731E2C9-2CF0-48B4-9CEA-35B2199AF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2" name="Group 21">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23" name="Freeform: Shape 22">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5" name="Freeform: Shape 24">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6" name="Freeform: Shape 25">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7" name="Freeform: Shape 26">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8" name="Freeform: Shape 27">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9" name="Freeform: Shape 28">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37FC76D1-2249-85E0-18A9-E87B4528B0AB}"/>
              </a:ext>
            </a:extLst>
          </p:cNvPr>
          <p:cNvSpPr>
            <a:spLocks noGrp="1"/>
          </p:cNvSpPr>
          <p:nvPr>
            <p:ph type="title"/>
          </p:nvPr>
        </p:nvSpPr>
        <p:spPr>
          <a:xfrm>
            <a:off x="786385" y="841248"/>
            <a:ext cx="5129600" cy="5340097"/>
          </a:xfrm>
        </p:spPr>
        <p:txBody>
          <a:bodyPr anchor="ctr">
            <a:normAutofit/>
          </a:bodyPr>
          <a:lstStyle/>
          <a:p>
            <a:r>
              <a:rPr lang="en-US" sz="4800" dirty="0">
                <a:solidFill>
                  <a:schemeClr val="bg1"/>
                </a:solidFill>
              </a:rPr>
              <a:t>Offensive Tools</a:t>
            </a:r>
          </a:p>
        </p:txBody>
      </p:sp>
      <p:graphicFrame>
        <p:nvGraphicFramePr>
          <p:cNvPr id="5" name="Content Placeholder 2">
            <a:extLst>
              <a:ext uri="{FF2B5EF4-FFF2-40B4-BE49-F238E27FC236}">
                <a16:creationId xmlns:a16="http://schemas.microsoft.com/office/drawing/2014/main" id="{CA0F303B-A0F6-F22F-D39D-DF5BBDA9F8DE}"/>
              </a:ext>
            </a:extLst>
          </p:cNvPr>
          <p:cNvGraphicFramePr>
            <a:graphicFrameLocks/>
          </p:cNvGraphicFramePr>
          <p:nvPr>
            <p:extLst>
              <p:ext uri="{D42A27DB-BD31-4B8C-83A1-F6EECF244321}">
                <p14:modId xmlns:p14="http://schemas.microsoft.com/office/powerpoint/2010/main" val="4190634830"/>
              </p:ext>
            </p:extLst>
          </p:nvPr>
        </p:nvGraphicFramePr>
        <p:xfrm>
          <a:off x="6525628" y="529388"/>
          <a:ext cx="4828172" cy="56519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780386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55929D9-0F7F-74DC-DB75-C66F25B48E45}"/>
              </a:ext>
            </a:extLst>
          </p:cNvPr>
          <p:cNvPicPr>
            <a:picLocks noChangeAspect="1"/>
          </p:cNvPicPr>
          <p:nvPr/>
        </p:nvPicPr>
        <p:blipFill rotWithShape="1">
          <a:blip r:embed="rId3"/>
          <a:srcRect l="386" t="2138" r="2366"/>
          <a:stretch/>
        </p:blipFill>
        <p:spPr>
          <a:xfrm>
            <a:off x="0" y="-2"/>
            <a:ext cx="12192000" cy="3510144"/>
          </a:xfrm>
          <a:prstGeom prst="rect">
            <a:avLst/>
          </a:prstGeom>
        </p:spPr>
      </p:pic>
      <p:sp>
        <p:nvSpPr>
          <p:cNvPr id="3" name="Content Placeholder 2">
            <a:extLst>
              <a:ext uri="{FF2B5EF4-FFF2-40B4-BE49-F238E27FC236}">
                <a16:creationId xmlns:a16="http://schemas.microsoft.com/office/drawing/2014/main" id="{9D126DBE-9779-83E1-C41F-9841F228243B}"/>
              </a:ext>
            </a:extLst>
          </p:cNvPr>
          <p:cNvSpPr>
            <a:spLocks noGrp="1"/>
          </p:cNvSpPr>
          <p:nvPr>
            <p:ph idx="1"/>
          </p:nvPr>
        </p:nvSpPr>
        <p:spPr>
          <a:xfrm>
            <a:off x="838200" y="3875269"/>
            <a:ext cx="10515600" cy="2301694"/>
          </a:xfrm>
        </p:spPr>
        <p:txBody>
          <a:bodyPr>
            <a:normAutofit fontScale="92500" lnSpcReduction="10000"/>
          </a:bodyPr>
          <a:lstStyle/>
          <a:p>
            <a:pPr marL="0" indent="0">
              <a:buNone/>
            </a:pPr>
            <a:r>
              <a:rPr lang="en-US" b="1" dirty="0"/>
              <a:t>Objectives:</a:t>
            </a:r>
          </a:p>
          <a:p>
            <a:pPr marL="0" indent="0">
              <a:buNone/>
            </a:pPr>
            <a:endParaRPr lang="en-US" dirty="0"/>
          </a:p>
          <a:p>
            <a:pPr marL="0" indent="0">
              <a:buNone/>
            </a:pPr>
            <a:r>
              <a:rPr lang="en-US" dirty="0"/>
              <a:t>Exit Velocity over Expected EV, Given contact</a:t>
            </a:r>
          </a:p>
          <a:p>
            <a:pPr marL="0" indent="0">
              <a:buNone/>
            </a:pPr>
            <a:endParaRPr lang="en-US" dirty="0"/>
          </a:p>
          <a:p>
            <a:pPr marL="0" indent="0">
              <a:buNone/>
            </a:pPr>
            <a:r>
              <a:rPr lang="en-US" dirty="0"/>
              <a:t>Evaluated at a player's 95</a:t>
            </a:r>
            <a:r>
              <a:rPr lang="en-US" baseline="30000" dirty="0"/>
              <a:t>th</a:t>
            </a:r>
            <a:r>
              <a:rPr lang="en-US" dirty="0"/>
              <a:t> percentile output</a:t>
            </a:r>
          </a:p>
        </p:txBody>
      </p:sp>
      <p:sp>
        <p:nvSpPr>
          <p:cNvPr id="5" name="Title 1">
            <a:extLst>
              <a:ext uri="{FF2B5EF4-FFF2-40B4-BE49-F238E27FC236}">
                <a16:creationId xmlns:a16="http://schemas.microsoft.com/office/drawing/2014/main" id="{B4E186A4-77FD-C54D-C5FB-35711E5FD9A3}"/>
              </a:ext>
            </a:extLst>
          </p:cNvPr>
          <p:cNvSpPr txBox="1">
            <a:spLocks/>
          </p:cNvSpPr>
          <p:nvPr/>
        </p:nvSpPr>
        <p:spPr>
          <a:xfrm>
            <a:off x="789708" y="1014574"/>
            <a:ext cx="9725730" cy="222676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800" dirty="0">
                <a:solidFill>
                  <a:schemeClr val="bg1"/>
                </a:solidFill>
              </a:rPr>
              <a:t>Power</a:t>
            </a:r>
          </a:p>
        </p:txBody>
      </p:sp>
    </p:spTree>
    <p:extLst>
      <p:ext uri="{BB962C8B-B14F-4D97-AF65-F5344CB8AC3E}">
        <p14:creationId xmlns:p14="http://schemas.microsoft.com/office/powerpoint/2010/main" val="23937280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5C804A52-4D92-6664-6429-64869917C850}"/>
              </a:ext>
            </a:extLst>
          </p:cNvPr>
          <p:cNvSpPr/>
          <p:nvPr/>
        </p:nvSpPr>
        <p:spPr>
          <a:xfrm>
            <a:off x="0" y="0"/>
            <a:ext cx="12186407" cy="1690688"/>
          </a:xfrm>
          <a:prstGeom prst="roundRect">
            <a:avLst>
              <a:gd name="adj" fmla="val 0"/>
            </a:avLst>
          </a:prstGeom>
          <a:gradFill>
            <a:gsLst>
              <a:gs pos="0">
                <a:schemeClr val="accent2"/>
              </a:gs>
              <a:gs pos="80000">
                <a:schemeClr val="accent5"/>
              </a:gs>
              <a:gs pos="100000">
                <a:schemeClr val="accent5">
                  <a:lumMod val="40000"/>
                  <a:lumOff val="60000"/>
                </a:schemeClr>
              </a:gs>
              <a:gs pos="100000">
                <a:schemeClr val="accent5">
                  <a:lumMod val="20000"/>
                  <a:lumOff val="80000"/>
                </a:schemeClr>
              </a:gs>
            </a:gsLst>
            <a:lin ang="1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C77AEDD-8513-8F47-45F5-F116F7B8DFDC}"/>
              </a:ext>
            </a:extLst>
          </p:cNvPr>
          <p:cNvSpPr>
            <a:spLocks noGrp="1"/>
          </p:cNvSpPr>
          <p:nvPr>
            <p:ph type="title"/>
          </p:nvPr>
        </p:nvSpPr>
        <p:spPr/>
        <p:txBody>
          <a:bodyPr/>
          <a:lstStyle/>
          <a:p>
            <a:r>
              <a:rPr lang="en-US" dirty="0">
                <a:solidFill>
                  <a:schemeClr val="bg1"/>
                </a:solidFill>
              </a:rPr>
              <a:t>Power Leaders</a:t>
            </a:r>
          </a:p>
        </p:txBody>
      </p:sp>
      <p:graphicFrame>
        <p:nvGraphicFramePr>
          <p:cNvPr id="4" name="Content Placeholder 3">
            <a:extLst>
              <a:ext uri="{FF2B5EF4-FFF2-40B4-BE49-F238E27FC236}">
                <a16:creationId xmlns:a16="http://schemas.microsoft.com/office/drawing/2014/main" id="{F3AF808A-8FA0-D685-E5A8-4AD1DDDECECA}"/>
              </a:ext>
            </a:extLst>
          </p:cNvPr>
          <p:cNvGraphicFramePr>
            <a:graphicFrameLocks/>
          </p:cNvGraphicFramePr>
          <p:nvPr>
            <p:extLst>
              <p:ext uri="{D42A27DB-BD31-4B8C-83A1-F6EECF244321}">
                <p14:modId xmlns:p14="http://schemas.microsoft.com/office/powerpoint/2010/main" val="1298240605"/>
              </p:ext>
            </p:extLst>
          </p:nvPr>
        </p:nvGraphicFramePr>
        <p:xfrm>
          <a:off x="1189074" y="2054426"/>
          <a:ext cx="4509977" cy="4348480"/>
        </p:xfrm>
        <a:graphic>
          <a:graphicData uri="http://schemas.openxmlformats.org/drawingml/2006/table">
            <a:tbl>
              <a:tblPr firstRow="1" bandRow="1">
                <a:tableStyleId>{5C22544A-7EE6-4342-B048-85BDC9FD1C3A}</a:tableStyleId>
              </a:tblPr>
              <a:tblGrid>
                <a:gridCol w="469604">
                  <a:extLst>
                    <a:ext uri="{9D8B030D-6E8A-4147-A177-3AD203B41FA5}">
                      <a16:colId xmlns:a16="http://schemas.microsoft.com/office/drawing/2014/main" val="1990438616"/>
                    </a:ext>
                  </a:extLst>
                </a:gridCol>
                <a:gridCol w="2371061">
                  <a:extLst>
                    <a:ext uri="{9D8B030D-6E8A-4147-A177-3AD203B41FA5}">
                      <a16:colId xmlns:a16="http://schemas.microsoft.com/office/drawing/2014/main" val="863939307"/>
                    </a:ext>
                  </a:extLst>
                </a:gridCol>
                <a:gridCol w="829340">
                  <a:extLst>
                    <a:ext uri="{9D8B030D-6E8A-4147-A177-3AD203B41FA5}">
                      <a16:colId xmlns:a16="http://schemas.microsoft.com/office/drawing/2014/main" val="4286077369"/>
                    </a:ext>
                  </a:extLst>
                </a:gridCol>
                <a:gridCol w="839972">
                  <a:extLst>
                    <a:ext uri="{9D8B030D-6E8A-4147-A177-3AD203B41FA5}">
                      <a16:colId xmlns:a16="http://schemas.microsoft.com/office/drawing/2014/main" val="656629024"/>
                    </a:ext>
                  </a:extLst>
                </a:gridCol>
              </a:tblGrid>
              <a:tr h="370840">
                <a:tc>
                  <a:txBody>
                    <a:bodyPr/>
                    <a:lstStyle/>
                    <a:p>
                      <a:endParaRPr lang="en-US" dirty="0"/>
                    </a:p>
                  </a:txBody>
                  <a:tcPr>
                    <a:solidFill>
                      <a:schemeClr val="accent2"/>
                    </a:solidFill>
                  </a:tcPr>
                </a:tc>
                <a:tc>
                  <a:txBody>
                    <a:bodyPr/>
                    <a:lstStyle/>
                    <a:p>
                      <a:r>
                        <a:rPr lang="en-US" dirty="0"/>
                        <a:t>Name</a:t>
                      </a:r>
                    </a:p>
                  </a:txBody>
                  <a:tcPr>
                    <a:solidFill>
                      <a:schemeClr val="accent2"/>
                    </a:solidFill>
                  </a:tcPr>
                </a:tc>
                <a:tc>
                  <a:txBody>
                    <a:bodyPr/>
                    <a:lstStyle/>
                    <a:p>
                      <a:r>
                        <a:rPr lang="en-US" dirty="0"/>
                        <a:t>2023 Grade</a:t>
                      </a:r>
                    </a:p>
                  </a:txBody>
                  <a:tcPr>
                    <a:solidFill>
                      <a:schemeClr val="accent2"/>
                    </a:solidFill>
                  </a:tcPr>
                </a:tc>
                <a:tc>
                  <a:txBody>
                    <a:bodyPr/>
                    <a:lstStyle/>
                    <a:p>
                      <a:r>
                        <a:rPr lang="en-US" dirty="0"/>
                        <a:t>2024 Grade</a:t>
                      </a:r>
                    </a:p>
                  </a:txBody>
                  <a:tcPr>
                    <a:solidFill>
                      <a:schemeClr val="accent2"/>
                    </a:solidFill>
                  </a:tcPr>
                </a:tc>
                <a:extLst>
                  <a:ext uri="{0D108BD9-81ED-4DB2-BD59-A6C34878D82A}">
                    <a16:rowId xmlns:a16="http://schemas.microsoft.com/office/drawing/2014/main" val="218310895"/>
                  </a:ext>
                </a:extLst>
              </a:tr>
              <a:tr h="370840">
                <a:tc>
                  <a:txBody>
                    <a:bodyPr/>
                    <a:lstStyle/>
                    <a:p>
                      <a:r>
                        <a:rPr lang="en-US" dirty="0"/>
                        <a:t>1</a:t>
                      </a:r>
                    </a:p>
                  </a:txBody>
                  <a:tcPr/>
                </a:tc>
                <a:tc>
                  <a:txBody>
                    <a:bodyPr/>
                    <a:lstStyle/>
                    <a:p>
                      <a:r>
                        <a:rPr lang="en-US" sz="1800" kern="1200" dirty="0">
                          <a:solidFill>
                            <a:schemeClr val="dk1"/>
                          </a:solidFill>
                          <a:effectLst/>
                          <a:latin typeface="+mn-lt"/>
                          <a:ea typeface="+mn-ea"/>
                          <a:cs typeface="+mn-cs"/>
                        </a:rPr>
                        <a:t>Aaron Judge</a:t>
                      </a:r>
                    </a:p>
                  </a:txBody>
                  <a:tcPr/>
                </a:tc>
                <a:tc>
                  <a:txBody>
                    <a:bodyPr/>
                    <a:lstStyle/>
                    <a:p>
                      <a:r>
                        <a:rPr lang="en-US" dirty="0"/>
                        <a:t>80</a:t>
                      </a:r>
                    </a:p>
                  </a:txBody>
                  <a:tcPr/>
                </a:tc>
                <a:tc>
                  <a:txBody>
                    <a:bodyPr/>
                    <a:lstStyle/>
                    <a:p>
                      <a:r>
                        <a:rPr lang="en-US" dirty="0"/>
                        <a:t>75</a:t>
                      </a:r>
                    </a:p>
                  </a:txBody>
                  <a:tcPr/>
                </a:tc>
                <a:extLst>
                  <a:ext uri="{0D108BD9-81ED-4DB2-BD59-A6C34878D82A}">
                    <a16:rowId xmlns:a16="http://schemas.microsoft.com/office/drawing/2014/main" val="3206669"/>
                  </a:ext>
                </a:extLst>
              </a:tr>
              <a:tr h="370840">
                <a:tc>
                  <a:txBody>
                    <a:bodyPr/>
                    <a:lstStyle/>
                    <a:p>
                      <a:r>
                        <a:rPr lang="en-US" dirty="0"/>
                        <a:t>2</a:t>
                      </a:r>
                    </a:p>
                  </a:txBody>
                  <a:tcPr/>
                </a:tc>
                <a:tc>
                  <a:txBody>
                    <a:bodyPr/>
                    <a:lstStyle/>
                    <a:p>
                      <a:r>
                        <a:rPr lang="en-US" sz="1800" kern="1200" dirty="0">
                          <a:solidFill>
                            <a:schemeClr val="dk1"/>
                          </a:solidFill>
                          <a:effectLst/>
                          <a:latin typeface="+mn-lt"/>
                          <a:ea typeface="+mn-ea"/>
                          <a:cs typeface="+mn-cs"/>
                        </a:rPr>
                        <a:t>Rafael Devers</a:t>
                      </a:r>
                    </a:p>
                  </a:txBody>
                  <a:tcPr/>
                </a:tc>
                <a:tc>
                  <a:txBody>
                    <a:bodyPr/>
                    <a:lstStyle/>
                    <a:p>
                      <a:r>
                        <a:rPr lang="en-US" dirty="0"/>
                        <a:t>75</a:t>
                      </a:r>
                    </a:p>
                  </a:txBody>
                  <a:tcPr/>
                </a:tc>
                <a:tc>
                  <a:txBody>
                    <a:bodyPr/>
                    <a:lstStyle/>
                    <a:p>
                      <a:r>
                        <a:rPr lang="en-US" dirty="0"/>
                        <a:t>65</a:t>
                      </a:r>
                    </a:p>
                  </a:txBody>
                  <a:tcPr/>
                </a:tc>
                <a:extLst>
                  <a:ext uri="{0D108BD9-81ED-4DB2-BD59-A6C34878D82A}">
                    <a16:rowId xmlns:a16="http://schemas.microsoft.com/office/drawing/2014/main" val="1848325926"/>
                  </a:ext>
                </a:extLst>
              </a:tr>
              <a:tr h="370840">
                <a:tc>
                  <a:txBody>
                    <a:bodyPr/>
                    <a:lstStyle/>
                    <a:p>
                      <a:r>
                        <a:rPr lang="en-US" dirty="0"/>
                        <a:t>3</a:t>
                      </a:r>
                    </a:p>
                  </a:txBody>
                  <a:tcPr/>
                </a:tc>
                <a:tc>
                  <a:txBody>
                    <a:bodyPr/>
                    <a:lstStyle/>
                    <a:p>
                      <a:r>
                        <a:rPr lang="en-US" sz="1800" kern="1200" dirty="0">
                          <a:solidFill>
                            <a:schemeClr val="dk1"/>
                          </a:solidFill>
                          <a:effectLst/>
                          <a:latin typeface="+mn-lt"/>
                          <a:ea typeface="+mn-ea"/>
                          <a:cs typeface="+mn-cs"/>
                        </a:rPr>
                        <a:t>Shohei Ohtani</a:t>
                      </a:r>
                    </a:p>
                  </a:txBody>
                  <a:tcPr/>
                </a:tc>
                <a:tc>
                  <a:txBody>
                    <a:bodyPr/>
                    <a:lstStyle/>
                    <a:p>
                      <a:r>
                        <a:rPr lang="en-US" dirty="0"/>
                        <a:t>75</a:t>
                      </a:r>
                    </a:p>
                  </a:txBody>
                  <a:tcPr/>
                </a:tc>
                <a:tc>
                  <a:txBody>
                    <a:bodyPr/>
                    <a:lstStyle/>
                    <a:p>
                      <a:r>
                        <a:rPr lang="en-US" dirty="0"/>
                        <a:t>70</a:t>
                      </a:r>
                    </a:p>
                  </a:txBody>
                  <a:tcPr/>
                </a:tc>
                <a:extLst>
                  <a:ext uri="{0D108BD9-81ED-4DB2-BD59-A6C34878D82A}">
                    <a16:rowId xmlns:a16="http://schemas.microsoft.com/office/drawing/2014/main" val="1274399503"/>
                  </a:ext>
                </a:extLst>
              </a:tr>
              <a:tr h="370840">
                <a:tc>
                  <a:txBody>
                    <a:bodyPr/>
                    <a:lstStyle/>
                    <a:p>
                      <a:r>
                        <a:rPr lang="en-US" dirty="0"/>
                        <a:t>4</a:t>
                      </a:r>
                    </a:p>
                  </a:txBody>
                  <a:tcPr/>
                </a:tc>
                <a:tc>
                  <a:txBody>
                    <a:bodyPr/>
                    <a:lstStyle/>
                    <a:p>
                      <a:r>
                        <a:rPr lang="en-US" sz="1800" kern="1200" dirty="0">
                          <a:solidFill>
                            <a:schemeClr val="dk1"/>
                          </a:solidFill>
                          <a:effectLst/>
                          <a:latin typeface="+mn-lt"/>
                          <a:ea typeface="+mn-ea"/>
                          <a:cs typeface="+mn-cs"/>
                        </a:rPr>
                        <a:t>Giancarlo Stanton</a:t>
                      </a:r>
                    </a:p>
                  </a:txBody>
                  <a:tcPr/>
                </a:tc>
                <a:tc>
                  <a:txBody>
                    <a:bodyPr/>
                    <a:lstStyle/>
                    <a:p>
                      <a:r>
                        <a:rPr lang="en-US" dirty="0"/>
                        <a:t>75</a:t>
                      </a:r>
                    </a:p>
                  </a:txBody>
                  <a:tcPr/>
                </a:tc>
                <a:tc>
                  <a:txBody>
                    <a:bodyPr/>
                    <a:lstStyle/>
                    <a:p>
                      <a:r>
                        <a:rPr lang="en-US" dirty="0"/>
                        <a:t>75</a:t>
                      </a:r>
                    </a:p>
                  </a:txBody>
                  <a:tcPr/>
                </a:tc>
                <a:extLst>
                  <a:ext uri="{0D108BD9-81ED-4DB2-BD59-A6C34878D82A}">
                    <a16:rowId xmlns:a16="http://schemas.microsoft.com/office/drawing/2014/main" val="275075110"/>
                  </a:ext>
                </a:extLst>
              </a:tr>
              <a:tr h="370840">
                <a:tc>
                  <a:txBody>
                    <a:bodyPr/>
                    <a:lstStyle/>
                    <a:p>
                      <a:r>
                        <a:rPr lang="en-US" dirty="0"/>
                        <a:t>5</a:t>
                      </a:r>
                    </a:p>
                  </a:txBody>
                  <a:tcPr/>
                </a:tc>
                <a:tc>
                  <a:txBody>
                    <a:bodyPr/>
                    <a:lstStyle/>
                    <a:p>
                      <a:r>
                        <a:rPr lang="en-US" sz="1800" kern="1200" dirty="0">
                          <a:solidFill>
                            <a:schemeClr val="dk1"/>
                          </a:solidFill>
                          <a:effectLst/>
                          <a:latin typeface="+mn-lt"/>
                          <a:ea typeface="+mn-ea"/>
                          <a:cs typeface="+mn-cs"/>
                        </a:rPr>
                        <a:t>Joey Gallo</a:t>
                      </a:r>
                    </a:p>
                  </a:txBody>
                  <a:tcPr/>
                </a:tc>
                <a:tc>
                  <a:txBody>
                    <a:bodyPr/>
                    <a:lstStyle/>
                    <a:p>
                      <a:r>
                        <a:rPr lang="en-US" dirty="0"/>
                        <a:t>70</a:t>
                      </a:r>
                    </a:p>
                  </a:txBody>
                  <a:tcPr/>
                </a:tc>
                <a:tc>
                  <a:txBody>
                    <a:bodyPr/>
                    <a:lstStyle/>
                    <a:p>
                      <a:r>
                        <a:rPr lang="en-US" dirty="0"/>
                        <a:t>60</a:t>
                      </a:r>
                    </a:p>
                  </a:txBody>
                  <a:tcPr/>
                </a:tc>
                <a:extLst>
                  <a:ext uri="{0D108BD9-81ED-4DB2-BD59-A6C34878D82A}">
                    <a16:rowId xmlns:a16="http://schemas.microsoft.com/office/drawing/2014/main" val="3416198660"/>
                  </a:ext>
                </a:extLst>
              </a:tr>
              <a:tr h="370840">
                <a:tc>
                  <a:txBody>
                    <a:bodyPr/>
                    <a:lstStyle/>
                    <a:p>
                      <a:r>
                        <a:rPr lang="en-US" dirty="0"/>
                        <a:t>6</a:t>
                      </a:r>
                    </a:p>
                  </a:txBody>
                  <a:tcPr/>
                </a:tc>
                <a:tc>
                  <a:txBody>
                    <a:bodyPr/>
                    <a:lstStyle/>
                    <a:p>
                      <a:r>
                        <a:rPr lang="en-US" sz="1800" kern="1200" dirty="0">
                          <a:solidFill>
                            <a:schemeClr val="dk1"/>
                          </a:solidFill>
                          <a:effectLst/>
                          <a:latin typeface="+mn-lt"/>
                          <a:ea typeface="+mn-ea"/>
                          <a:cs typeface="+mn-cs"/>
                        </a:rPr>
                        <a:t>Jake Burger</a:t>
                      </a:r>
                    </a:p>
                  </a:txBody>
                  <a:tcPr/>
                </a:tc>
                <a:tc>
                  <a:txBody>
                    <a:bodyPr/>
                    <a:lstStyle/>
                    <a:p>
                      <a:r>
                        <a:rPr lang="en-US" dirty="0"/>
                        <a:t>70</a:t>
                      </a:r>
                    </a:p>
                  </a:txBody>
                  <a:tcPr/>
                </a:tc>
                <a:tc>
                  <a:txBody>
                    <a:bodyPr/>
                    <a:lstStyle/>
                    <a:p>
                      <a:r>
                        <a:rPr lang="en-US" dirty="0"/>
                        <a:t>65</a:t>
                      </a:r>
                    </a:p>
                  </a:txBody>
                  <a:tcPr/>
                </a:tc>
                <a:extLst>
                  <a:ext uri="{0D108BD9-81ED-4DB2-BD59-A6C34878D82A}">
                    <a16:rowId xmlns:a16="http://schemas.microsoft.com/office/drawing/2014/main" val="3631880386"/>
                  </a:ext>
                </a:extLst>
              </a:tr>
              <a:tr h="370840">
                <a:tc>
                  <a:txBody>
                    <a:bodyPr/>
                    <a:lstStyle/>
                    <a:p>
                      <a:r>
                        <a:rPr lang="en-US" dirty="0"/>
                        <a:t>7</a:t>
                      </a:r>
                    </a:p>
                  </a:txBody>
                  <a:tcPr/>
                </a:tc>
                <a:tc>
                  <a:txBody>
                    <a:bodyPr/>
                    <a:lstStyle/>
                    <a:p>
                      <a:r>
                        <a:rPr lang="en-US" sz="1800" kern="1200" dirty="0">
                          <a:solidFill>
                            <a:schemeClr val="dk1"/>
                          </a:solidFill>
                          <a:effectLst/>
                          <a:latin typeface="+mn-lt"/>
                          <a:ea typeface="+mn-ea"/>
                          <a:cs typeface="+mn-cs"/>
                        </a:rPr>
                        <a:t>Ronald </a:t>
                      </a:r>
                      <a:r>
                        <a:rPr lang="en-US" sz="1800" kern="1200" dirty="0" err="1">
                          <a:solidFill>
                            <a:schemeClr val="dk1"/>
                          </a:solidFill>
                          <a:effectLst/>
                          <a:latin typeface="+mn-lt"/>
                          <a:ea typeface="+mn-ea"/>
                          <a:cs typeface="+mn-cs"/>
                        </a:rPr>
                        <a:t>Acuña</a:t>
                      </a:r>
                      <a:endParaRPr lang="en-US" sz="1800" kern="1200" dirty="0">
                        <a:solidFill>
                          <a:schemeClr val="dk1"/>
                        </a:solidFill>
                        <a:effectLst/>
                        <a:latin typeface="+mn-lt"/>
                        <a:ea typeface="+mn-ea"/>
                        <a:cs typeface="+mn-cs"/>
                      </a:endParaRPr>
                    </a:p>
                  </a:txBody>
                  <a:tcPr anchor="ctr"/>
                </a:tc>
                <a:tc>
                  <a:txBody>
                    <a:bodyPr/>
                    <a:lstStyle/>
                    <a:p>
                      <a:r>
                        <a:rPr lang="en-US" dirty="0"/>
                        <a:t>70</a:t>
                      </a:r>
                    </a:p>
                  </a:txBody>
                  <a:tcPr/>
                </a:tc>
                <a:tc>
                  <a:txBody>
                    <a:bodyPr/>
                    <a:lstStyle/>
                    <a:p>
                      <a:r>
                        <a:rPr lang="en-US" dirty="0"/>
                        <a:t>60</a:t>
                      </a:r>
                    </a:p>
                  </a:txBody>
                  <a:tcPr/>
                </a:tc>
                <a:extLst>
                  <a:ext uri="{0D108BD9-81ED-4DB2-BD59-A6C34878D82A}">
                    <a16:rowId xmlns:a16="http://schemas.microsoft.com/office/drawing/2014/main" val="1441666652"/>
                  </a:ext>
                </a:extLst>
              </a:tr>
              <a:tr h="370840">
                <a:tc>
                  <a:txBody>
                    <a:bodyPr/>
                    <a:lstStyle/>
                    <a:p>
                      <a:r>
                        <a:rPr lang="en-US" dirty="0"/>
                        <a:t>8</a:t>
                      </a:r>
                    </a:p>
                  </a:txBody>
                  <a:tcPr/>
                </a:tc>
                <a:tc>
                  <a:txBody>
                    <a:bodyPr/>
                    <a:lstStyle/>
                    <a:p>
                      <a:r>
                        <a:rPr lang="en-US" sz="1800" kern="1200" dirty="0">
                          <a:solidFill>
                            <a:schemeClr val="dk1"/>
                          </a:solidFill>
                          <a:effectLst/>
                          <a:latin typeface="+mn-lt"/>
                          <a:ea typeface="+mn-ea"/>
                          <a:cs typeface="+mn-cs"/>
                        </a:rPr>
                        <a:t>Pete Alonso</a:t>
                      </a:r>
                    </a:p>
                  </a:txBody>
                  <a:tcPr anchor="ctr"/>
                </a:tc>
                <a:tc>
                  <a:txBody>
                    <a:bodyPr/>
                    <a:lstStyle/>
                    <a:p>
                      <a:r>
                        <a:rPr lang="en-US" dirty="0"/>
                        <a:t>70</a:t>
                      </a:r>
                    </a:p>
                  </a:txBody>
                  <a:tcPr/>
                </a:tc>
                <a:tc>
                  <a:txBody>
                    <a:bodyPr/>
                    <a:lstStyle/>
                    <a:p>
                      <a:r>
                        <a:rPr lang="en-US" dirty="0"/>
                        <a:t>60</a:t>
                      </a:r>
                    </a:p>
                  </a:txBody>
                  <a:tcPr/>
                </a:tc>
                <a:extLst>
                  <a:ext uri="{0D108BD9-81ED-4DB2-BD59-A6C34878D82A}">
                    <a16:rowId xmlns:a16="http://schemas.microsoft.com/office/drawing/2014/main" val="107100831"/>
                  </a:ext>
                </a:extLst>
              </a:tr>
              <a:tr h="370840">
                <a:tc>
                  <a:txBody>
                    <a:bodyPr/>
                    <a:lstStyle/>
                    <a:p>
                      <a:r>
                        <a:rPr lang="en-US" dirty="0"/>
                        <a:t>9</a:t>
                      </a:r>
                    </a:p>
                  </a:txBody>
                  <a:tcPr/>
                </a:tc>
                <a:tc>
                  <a:txBody>
                    <a:bodyPr/>
                    <a:lstStyle/>
                    <a:p>
                      <a:r>
                        <a:rPr lang="en-US" sz="1800" kern="1200" dirty="0">
                          <a:solidFill>
                            <a:schemeClr val="dk1"/>
                          </a:solidFill>
                          <a:effectLst/>
                          <a:latin typeface="+mn-lt"/>
                          <a:ea typeface="+mn-ea"/>
                          <a:cs typeface="+mn-cs"/>
                        </a:rPr>
                        <a:t>Shea </a:t>
                      </a:r>
                      <a:r>
                        <a:rPr lang="en-US" sz="1800" kern="1200" dirty="0" err="1">
                          <a:solidFill>
                            <a:schemeClr val="dk1"/>
                          </a:solidFill>
                          <a:effectLst/>
                          <a:latin typeface="+mn-lt"/>
                          <a:ea typeface="+mn-ea"/>
                          <a:cs typeface="+mn-cs"/>
                        </a:rPr>
                        <a:t>Langeliers</a:t>
                      </a:r>
                      <a:endParaRPr lang="en-US" sz="1800" kern="1200" dirty="0">
                        <a:solidFill>
                          <a:schemeClr val="dk1"/>
                        </a:solidFill>
                        <a:effectLst/>
                        <a:latin typeface="+mn-lt"/>
                        <a:ea typeface="+mn-ea"/>
                        <a:cs typeface="+mn-cs"/>
                      </a:endParaRPr>
                    </a:p>
                  </a:txBody>
                  <a:tcPr anchor="ctr"/>
                </a:tc>
                <a:tc>
                  <a:txBody>
                    <a:bodyPr/>
                    <a:lstStyle/>
                    <a:p>
                      <a:r>
                        <a:rPr lang="en-US" dirty="0"/>
                        <a:t>65</a:t>
                      </a:r>
                    </a:p>
                  </a:txBody>
                  <a:tcPr/>
                </a:tc>
                <a:tc>
                  <a:txBody>
                    <a:bodyPr/>
                    <a:lstStyle/>
                    <a:p>
                      <a:r>
                        <a:rPr lang="en-US" dirty="0"/>
                        <a:t>65</a:t>
                      </a:r>
                    </a:p>
                  </a:txBody>
                  <a:tcPr/>
                </a:tc>
                <a:extLst>
                  <a:ext uri="{0D108BD9-81ED-4DB2-BD59-A6C34878D82A}">
                    <a16:rowId xmlns:a16="http://schemas.microsoft.com/office/drawing/2014/main" val="631018276"/>
                  </a:ext>
                </a:extLst>
              </a:tr>
              <a:tr h="370840">
                <a:tc>
                  <a:txBody>
                    <a:bodyPr/>
                    <a:lstStyle/>
                    <a:p>
                      <a:r>
                        <a:rPr lang="en-US" dirty="0"/>
                        <a:t>10</a:t>
                      </a:r>
                    </a:p>
                  </a:txBody>
                  <a:tcPr/>
                </a:tc>
                <a:tc>
                  <a:txBody>
                    <a:bodyPr/>
                    <a:lstStyle/>
                    <a:p>
                      <a:r>
                        <a:rPr lang="en-US" sz="1800" kern="1200" dirty="0">
                          <a:solidFill>
                            <a:schemeClr val="dk1"/>
                          </a:solidFill>
                          <a:effectLst/>
                          <a:latin typeface="+mn-lt"/>
                          <a:ea typeface="+mn-ea"/>
                          <a:cs typeface="+mn-cs"/>
                        </a:rPr>
                        <a:t>Elly De La Cruz</a:t>
                      </a:r>
                    </a:p>
                  </a:txBody>
                  <a:tcPr anchor="ctr"/>
                </a:tc>
                <a:tc>
                  <a:txBody>
                    <a:bodyPr/>
                    <a:lstStyle/>
                    <a:p>
                      <a:r>
                        <a:rPr lang="en-US" dirty="0"/>
                        <a:t>65</a:t>
                      </a:r>
                    </a:p>
                  </a:txBody>
                  <a:tcPr/>
                </a:tc>
                <a:tc>
                  <a:txBody>
                    <a:bodyPr/>
                    <a:lstStyle/>
                    <a:p>
                      <a:r>
                        <a:rPr lang="en-US" dirty="0"/>
                        <a:t>65</a:t>
                      </a:r>
                    </a:p>
                  </a:txBody>
                  <a:tcPr/>
                </a:tc>
                <a:extLst>
                  <a:ext uri="{0D108BD9-81ED-4DB2-BD59-A6C34878D82A}">
                    <a16:rowId xmlns:a16="http://schemas.microsoft.com/office/drawing/2014/main" val="699799186"/>
                  </a:ext>
                </a:extLst>
              </a:tr>
            </a:tbl>
          </a:graphicData>
        </a:graphic>
      </p:graphicFrame>
      <p:graphicFrame>
        <p:nvGraphicFramePr>
          <p:cNvPr id="5" name="Content Placeholder 3">
            <a:extLst>
              <a:ext uri="{FF2B5EF4-FFF2-40B4-BE49-F238E27FC236}">
                <a16:creationId xmlns:a16="http://schemas.microsoft.com/office/drawing/2014/main" id="{13B7142F-6F22-3159-F86A-F80F2420F694}"/>
              </a:ext>
            </a:extLst>
          </p:cNvPr>
          <p:cNvGraphicFramePr>
            <a:graphicFrameLocks/>
          </p:cNvGraphicFramePr>
          <p:nvPr>
            <p:extLst>
              <p:ext uri="{D42A27DB-BD31-4B8C-83A1-F6EECF244321}">
                <p14:modId xmlns:p14="http://schemas.microsoft.com/office/powerpoint/2010/main" val="3077250199"/>
              </p:ext>
            </p:extLst>
          </p:nvPr>
        </p:nvGraphicFramePr>
        <p:xfrm>
          <a:off x="6492951" y="2054426"/>
          <a:ext cx="4509977" cy="4343400"/>
        </p:xfrm>
        <a:graphic>
          <a:graphicData uri="http://schemas.openxmlformats.org/drawingml/2006/table">
            <a:tbl>
              <a:tblPr firstRow="1" bandRow="1">
                <a:tableStyleId>{5C22544A-7EE6-4342-B048-85BDC9FD1C3A}</a:tableStyleId>
              </a:tblPr>
              <a:tblGrid>
                <a:gridCol w="492642">
                  <a:extLst>
                    <a:ext uri="{9D8B030D-6E8A-4147-A177-3AD203B41FA5}">
                      <a16:colId xmlns:a16="http://schemas.microsoft.com/office/drawing/2014/main" val="1990438616"/>
                    </a:ext>
                  </a:extLst>
                </a:gridCol>
                <a:gridCol w="2348023">
                  <a:extLst>
                    <a:ext uri="{9D8B030D-6E8A-4147-A177-3AD203B41FA5}">
                      <a16:colId xmlns:a16="http://schemas.microsoft.com/office/drawing/2014/main" val="863939307"/>
                    </a:ext>
                  </a:extLst>
                </a:gridCol>
                <a:gridCol w="829340">
                  <a:extLst>
                    <a:ext uri="{9D8B030D-6E8A-4147-A177-3AD203B41FA5}">
                      <a16:colId xmlns:a16="http://schemas.microsoft.com/office/drawing/2014/main" val="4286077369"/>
                    </a:ext>
                  </a:extLst>
                </a:gridCol>
                <a:gridCol w="839972">
                  <a:extLst>
                    <a:ext uri="{9D8B030D-6E8A-4147-A177-3AD203B41FA5}">
                      <a16:colId xmlns:a16="http://schemas.microsoft.com/office/drawing/2014/main" val="656629024"/>
                    </a:ext>
                  </a:extLst>
                </a:gridCol>
              </a:tblGrid>
              <a:tr h="447067">
                <a:tc>
                  <a:txBody>
                    <a:bodyPr/>
                    <a:lstStyle/>
                    <a:p>
                      <a:endParaRPr lang="en-US" dirty="0"/>
                    </a:p>
                  </a:txBody>
                  <a:tcPr>
                    <a:solidFill>
                      <a:schemeClr val="accent2"/>
                    </a:solidFill>
                  </a:tcPr>
                </a:tc>
                <a:tc>
                  <a:txBody>
                    <a:bodyPr/>
                    <a:lstStyle/>
                    <a:p>
                      <a:r>
                        <a:rPr lang="en-US" dirty="0"/>
                        <a:t>Name</a:t>
                      </a:r>
                    </a:p>
                  </a:txBody>
                  <a:tcPr>
                    <a:solidFill>
                      <a:schemeClr val="accent2"/>
                    </a:solidFill>
                  </a:tcPr>
                </a:tc>
                <a:tc>
                  <a:txBody>
                    <a:bodyPr/>
                    <a:lstStyle/>
                    <a:p>
                      <a:r>
                        <a:rPr lang="en-US" dirty="0"/>
                        <a:t>2023 Grade</a:t>
                      </a:r>
                    </a:p>
                  </a:txBody>
                  <a:tcPr>
                    <a:solidFill>
                      <a:schemeClr val="accent2"/>
                    </a:solidFill>
                  </a:tcPr>
                </a:tc>
                <a:tc>
                  <a:txBody>
                    <a:bodyPr/>
                    <a:lstStyle/>
                    <a:p>
                      <a:r>
                        <a:rPr lang="en-US" dirty="0"/>
                        <a:t>2024 Grade</a:t>
                      </a:r>
                    </a:p>
                  </a:txBody>
                  <a:tcPr>
                    <a:solidFill>
                      <a:schemeClr val="accent2"/>
                    </a:solidFill>
                  </a:tcPr>
                </a:tc>
                <a:extLst>
                  <a:ext uri="{0D108BD9-81ED-4DB2-BD59-A6C34878D82A}">
                    <a16:rowId xmlns:a16="http://schemas.microsoft.com/office/drawing/2014/main" val="218310895"/>
                  </a:ext>
                </a:extLst>
              </a:tr>
              <a:tr h="370840">
                <a:tc>
                  <a:txBody>
                    <a:bodyPr/>
                    <a:lstStyle/>
                    <a:p>
                      <a:r>
                        <a:rPr lang="en-US" dirty="0"/>
                        <a:t>1</a:t>
                      </a:r>
                    </a:p>
                  </a:txBody>
                  <a:tcPr/>
                </a:tc>
                <a:tc>
                  <a:txBody>
                    <a:bodyPr/>
                    <a:lstStyle/>
                    <a:p>
                      <a:r>
                        <a:rPr lang="en-US" dirty="0"/>
                        <a:t>Giancarlo Stanton</a:t>
                      </a:r>
                    </a:p>
                  </a:txBody>
                  <a:tcPr/>
                </a:tc>
                <a:tc>
                  <a:txBody>
                    <a:bodyPr/>
                    <a:lstStyle/>
                    <a:p>
                      <a:r>
                        <a:rPr lang="en-US" dirty="0"/>
                        <a:t>75</a:t>
                      </a:r>
                    </a:p>
                  </a:txBody>
                  <a:tcPr/>
                </a:tc>
                <a:tc>
                  <a:txBody>
                    <a:bodyPr/>
                    <a:lstStyle/>
                    <a:p>
                      <a:r>
                        <a:rPr lang="en-US" dirty="0"/>
                        <a:t>75</a:t>
                      </a:r>
                    </a:p>
                  </a:txBody>
                  <a:tcPr/>
                </a:tc>
                <a:extLst>
                  <a:ext uri="{0D108BD9-81ED-4DB2-BD59-A6C34878D82A}">
                    <a16:rowId xmlns:a16="http://schemas.microsoft.com/office/drawing/2014/main" val="3206669"/>
                  </a:ext>
                </a:extLst>
              </a:tr>
              <a:tr h="370840">
                <a:tc>
                  <a:txBody>
                    <a:bodyPr/>
                    <a:lstStyle/>
                    <a:p>
                      <a:r>
                        <a:rPr lang="en-US" dirty="0"/>
                        <a:t>2</a:t>
                      </a:r>
                    </a:p>
                  </a:txBody>
                  <a:tcPr/>
                </a:tc>
                <a:tc>
                  <a:txBody>
                    <a:bodyPr/>
                    <a:lstStyle/>
                    <a:p>
                      <a:r>
                        <a:rPr lang="en-US" dirty="0"/>
                        <a:t>Aaron Judge</a:t>
                      </a:r>
                    </a:p>
                  </a:txBody>
                  <a:tcPr/>
                </a:tc>
                <a:tc>
                  <a:txBody>
                    <a:bodyPr/>
                    <a:lstStyle/>
                    <a:p>
                      <a:r>
                        <a:rPr lang="en-US" dirty="0"/>
                        <a:t>80</a:t>
                      </a:r>
                    </a:p>
                  </a:txBody>
                  <a:tcPr/>
                </a:tc>
                <a:tc>
                  <a:txBody>
                    <a:bodyPr/>
                    <a:lstStyle/>
                    <a:p>
                      <a:r>
                        <a:rPr lang="en-US" dirty="0"/>
                        <a:t>75</a:t>
                      </a:r>
                    </a:p>
                  </a:txBody>
                  <a:tcPr/>
                </a:tc>
                <a:extLst>
                  <a:ext uri="{0D108BD9-81ED-4DB2-BD59-A6C34878D82A}">
                    <a16:rowId xmlns:a16="http://schemas.microsoft.com/office/drawing/2014/main" val="1848325926"/>
                  </a:ext>
                </a:extLst>
              </a:tr>
              <a:tr h="370840">
                <a:tc>
                  <a:txBody>
                    <a:bodyPr/>
                    <a:lstStyle/>
                    <a:p>
                      <a:r>
                        <a:rPr lang="en-US" dirty="0"/>
                        <a:t>3</a:t>
                      </a:r>
                    </a:p>
                  </a:txBody>
                  <a:tcPr/>
                </a:tc>
                <a:tc>
                  <a:txBody>
                    <a:bodyPr/>
                    <a:lstStyle/>
                    <a:p>
                      <a:r>
                        <a:rPr lang="en-US" dirty="0"/>
                        <a:t>Shohei Ohtani</a:t>
                      </a:r>
                    </a:p>
                  </a:txBody>
                  <a:tcPr/>
                </a:tc>
                <a:tc>
                  <a:txBody>
                    <a:bodyPr/>
                    <a:lstStyle/>
                    <a:p>
                      <a:r>
                        <a:rPr lang="en-US" dirty="0"/>
                        <a:t>75</a:t>
                      </a:r>
                    </a:p>
                  </a:txBody>
                  <a:tcPr/>
                </a:tc>
                <a:tc>
                  <a:txBody>
                    <a:bodyPr/>
                    <a:lstStyle/>
                    <a:p>
                      <a:r>
                        <a:rPr lang="en-US" dirty="0"/>
                        <a:t>70</a:t>
                      </a:r>
                    </a:p>
                  </a:txBody>
                  <a:tcPr/>
                </a:tc>
                <a:extLst>
                  <a:ext uri="{0D108BD9-81ED-4DB2-BD59-A6C34878D82A}">
                    <a16:rowId xmlns:a16="http://schemas.microsoft.com/office/drawing/2014/main" val="1274399503"/>
                  </a:ext>
                </a:extLst>
              </a:tr>
              <a:tr h="370840">
                <a:tc>
                  <a:txBody>
                    <a:bodyPr/>
                    <a:lstStyle/>
                    <a:p>
                      <a:r>
                        <a:rPr lang="en-US" dirty="0"/>
                        <a:t>4</a:t>
                      </a:r>
                    </a:p>
                  </a:txBody>
                  <a:tcPr/>
                </a:tc>
                <a:tc>
                  <a:txBody>
                    <a:bodyPr/>
                    <a:lstStyle/>
                    <a:p>
                      <a:r>
                        <a:rPr lang="en-US" dirty="0"/>
                        <a:t>Ketel </a:t>
                      </a:r>
                      <a:r>
                        <a:rPr lang="en-US" dirty="0" err="1"/>
                        <a:t>Marte</a:t>
                      </a:r>
                      <a:endParaRPr lang="en-US" dirty="0"/>
                    </a:p>
                  </a:txBody>
                  <a:tcPr/>
                </a:tc>
                <a:tc>
                  <a:txBody>
                    <a:bodyPr/>
                    <a:lstStyle/>
                    <a:p>
                      <a:r>
                        <a:rPr lang="en-US" dirty="0"/>
                        <a:t>60</a:t>
                      </a:r>
                    </a:p>
                  </a:txBody>
                  <a:tcPr/>
                </a:tc>
                <a:tc>
                  <a:txBody>
                    <a:bodyPr/>
                    <a:lstStyle/>
                    <a:p>
                      <a:r>
                        <a:rPr lang="en-US" dirty="0"/>
                        <a:t>70</a:t>
                      </a:r>
                    </a:p>
                  </a:txBody>
                  <a:tcPr/>
                </a:tc>
                <a:extLst>
                  <a:ext uri="{0D108BD9-81ED-4DB2-BD59-A6C34878D82A}">
                    <a16:rowId xmlns:a16="http://schemas.microsoft.com/office/drawing/2014/main" val="275075110"/>
                  </a:ext>
                </a:extLst>
              </a:tr>
              <a:tr h="370840">
                <a:tc>
                  <a:txBody>
                    <a:bodyPr/>
                    <a:lstStyle/>
                    <a:p>
                      <a:r>
                        <a:rPr lang="en-US" dirty="0"/>
                        <a:t>5</a:t>
                      </a:r>
                    </a:p>
                  </a:txBody>
                  <a:tcPr/>
                </a:tc>
                <a:tc>
                  <a:txBody>
                    <a:bodyPr/>
                    <a:lstStyle/>
                    <a:p>
                      <a:r>
                        <a:rPr lang="en-US" dirty="0"/>
                        <a:t>Anthony Santander</a:t>
                      </a:r>
                    </a:p>
                  </a:txBody>
                  <a:tcPr/>
                </a:tc>
                <a:tc>
                  <a:txBody>
                    <a:bodyPr/>
                    <a:lstStyle/>
                    <a:p>
                      <a:r>
                        <a:rPr lang="en-US" dirty="0"/>
                        <a:t>65</a:t>
                      </a:r>
                    </a:p>
                  </a:txBody>
                  <a:tcPr/>
                </a:tc>
                <a:tc>
                  <a:txBody>
                    <a:bodyPr/>
                    <a:lstStyle/>
                    <a:p>
                      <a:r>
                        <a:rPr lang="en-US" dirty="0"/>
                        <a:t>70</a:t>
                      </a:r>
                    </a:p>
                  </a:txBody>
                  <a:tcPr/>
                </a:tc>
                <a:extLst>
                  <a:ext uri="{0D108BD9-81ED-4DB2-BD59-A6C34878D82A}">
                    <a16:rowId xmlns:a16="http://schemas.microsoft.com/office/drawing/2014/main" val="3416198660"/>
                  </a:ext>
                </a:extLst>
              </a:tr>
              <a:tr h="216654">
                <a:tc>
                  <a:txBody>
                    <a:bodyPr/>
                    <a:lstStyle/>
                    <a:p>
                      <a:r>
                        <a:rPr lang="en-US" dirty="0"/>
                        <a:t>6</a:t>
                      </a:r>
                    </a:p>
                  </a:txBody>
                  <a:tcPr/>
                </a:tc>
                <a:tc>
                  <a:txBody>
                    <a:bodyPr/>
                    <a:lstStyle/>
                    <a:p>
                      <a:r>
                        <a:rPr lang="en-US" dirty="0"/>
                        <a:t>Salvador Pérez</a:t>
                      </a:r>
                    </a:p>
                  </a:txBody>
                  <a:tcPr/>
                </a:tc>
                <a:tc>
                  <a:txBody>
                    <a:bodyPr/>
                    <a:lstStyle/>
                    <a:p>
                      <a:r>
                        <a:rPr lang="en-US" dirty="0"/>
                        <a:t>60</a:t>
                      </a:r>
                    </a:p>
                  </a:txBody>
                  <a:tcPr/>
                </a:tc>
                <a:tc>
                  <a:txBody>
                    <a:bodyPr/>
                    <a:lstStyle/>
                    <a:p>
                      <a:r>
                        <a:rPr lang="en-US" dirty="0"/>
                        <a:t>65</a:t>
                      </a:r>
                    </a:p>
                  </a:txBody>
                  <a:tcPr/>
                </a:tc>
                <a:extLst>
                  <a:ext uri="{0D108BD9-81ED-4DB2-BD59-A6C34878D82A}">
                    <a16:rowId xmlns:a16="http://schemas.microsoft.com/office/drawing/2014/main" val="3631880386"/>
                  </a:ext>
                </a:extLst>
              </a:tr>
              <a:tr h="370840">
                <a:tc>
                  <a:txBody>
                    <a:bodyPr/>
                    <a:lstStyle/>
                    <a:p>
                      <a:r>
                        <a:rPr lang="en-US" dirty="0"/>
                        <a:t>7</a:t>
                      </a:r>
                    </a:p>
                  </a:txBody>
                  <a:tcPr/>
                </a:tc>
                <a:tc>
                  <a:txBody>
                    <a:bodyPr/>
                    <a:lstStyle/>
                    <a:p>
                      <a:r>
                        <a:rPr lang="en-US" dirty="0"/>
                        <a:t>Kyle Schwarber</a:t>
                      </a:r>
                    </a:p>
                  </a:txBody>
                  <a:tcPr anchor="ctr"/>
                </a:tc>
                <a:tc>
                  <a:txBody>
                    <a:bodyPr/>
                    <a:lstStyle/>
                    <a:p>
                      <a:r>
                        <a:rPr lang="en-US" dirty="0"/>
                        <a:t>65</a:t>
                      </a:r>
                    </a:p>
                  </a:txBody>
                  <a:tcPr/>
                </a:tc>
                <a:tc>
                  <a:txBody>
                    <a:bodyPr/>
                    <a:lstStyle/>
                    <a:p>
                      <a:r>
                        <a:rPr lang="en-US" dirty="0"/>
                        <a:t>65</a:t>
                      </a:r>
                    </a:p>
                  </a:txBody>
                  <a:tcPr/>
                </a:tc>
                <a:extLst>
                  <a:ext uri="{0D108BD9-81ED-4DB2-BD59-A6C34878D82A}">
                    <a16:rowId xmlns:a16="http://schemas.microsoft.com/office/drawing/2014/main" val="1441666652"/>
                  </a:ext>
                </a:extLst>
              </a:tr>
              <a:tr h="370840">
                <a:tc>
                  <a:txBody>
                    <a:bodyPr/>
                    <a:lstStyle/>
                    <a:p>
                      <a:r>
                        <a:rPr lang="en-US" dirty="0"/>
                        <a:t>8</a:t>
                      </a:r>
                    </a:p>
                  </a:txBody>
                  <a:tcPr/>
                </a:tc>
                <a:tc>
                  <a:txBody>
                    <a:bodyPr/>
                    <a:lstStyle/>
                    <a:p>
                      <a:r>
                        <a:rPr lang="en-US" dirty="0"/>
                        <a:t>Joc Pederson</a:t>
                      </a:r>
                    </a:p>
                  </a:txBody>
                  <a:tcPr anchor="ctr"/>
                </a:tc>
                <a:tc>
                  <a:txBody>
                    <a:bodyPr/>
                    <a:lstStyle/>
                    <a:p>
                      <a:r>
                        <a:rPr lang="en-US" dirty="0"/>
                        <a:t>60</a:t>
                      </a:r>
                    </a:p>
                  </a:txBody>
                  <a:tcPr/>
                </a:tc>
                <a:tc>
                  <a:txBody>
                    <a:bodyPr/>
                    <a:lstStyle/>
                    <a:p>
                      <a:r>
                        <a:rPr lang="en-US" dirty="0"/>
                        <a:t>65</a:t>
                      </a:r>
                    </a:p>
                  </a:txBody>
                  <a:tcPr/>
                </a:tc>
                <a:extLst>
                  <a:ext uri="{0D108BD9-81ED-4DB2-BD59-A6C34878D82A}">
                    <a16:rowId xmlns:a16="http://schemas.microsoft.com/office/drawing/2014/main" val="3996161341"/>
                  </a:ext>
                </a:extLst>
              </a:tr>
              <a:tr h="370840">
                <a:tc>
                  <a:txBody>
                    <a:bodyPr/>
                    <a:lstStyle/>
                    <a:p>
                      <a:r>
                        <a:rPr lang="en-US" dirty="0"/>
                        <a:t>9</a:t>
                      </a:r>
                    </a:p>
                  </a:txBody>
                  <a:tcPr/>
                </a:tc>
                <a:tc>
                  <a:txBody>
                    <a:bodyPr/>
                    <a:lstStyle/>
                    <a:p>
                      <a:r>
                        <a:rPr lang="en-US" dirty="0"/>
                        <a:t>Vladimir Guerrero</a:t>
                      </a:r>
                    </a:p>
                  </a:txBody>
                  <a:tcPr anchor="ctr"/>
                </a:tc>
                <a:tc>
                  <a:txBody>
                    <a:bodyPr/>
                    <a:lstStyle/>
                    <a:p>
                      <a:r>
                        <a:rPr lang="en-US" dirty="0"/>
                        <a:t>65</a:t>
                      </a:r>
                    </a:p>
                  </a:txBody>
                  <a:tcPr/>
                </a:tc>
                <a:tc>
                  <a:txBody>
                    <a:bodyPr/>
                    <a:lstStyle/>
                    <a:p>
                      <a:r>
                        <a:rPr lang="en-US" dirty="0"/>
                        <a:t>65</a:t>
                      </a:r>
                    </a:p>
                  </a:txBody>
                  <a:tcPr/>
                </a:tc>
                <a:extLst>
                  <a:ext uri="{0D108BD9-81ED-4DB2-BD59-A6C34878D82A}">
                    <a16:rowId xmlns:a16="http://schemas.microsoft.com/office/drawing/2014/main" val="3404620273"/>
                  </a:ext>
                </a:extLst>
              </a:tr>
              <a:tr h="370840">
                <a:tc>
                  <a:txBody>
                    <a:bodyPr/>
                    <a:lstStyle/>
                    <a:p>
                      <a:r>
                        <a:rPr lang="en-US" dirty="0"/>
                        <a:t>10</a:t>
                      </a:r>
                    </a:p>
                  </a:txBody>
                  <a:tcPr/>
                </a:tc>
                <a:tc>
                  <a:txBody>
                    <a:bodyPr/>
                    <a:lstStyle/>
                    <a:p>
                      <a:r>
                        <a:rPr lang="en-US" dirty="0"/>
                        <a:t>Rafael Devers</a:t>
                      </a:r>
                    </a:p>
                  </a:txBody>
                  <a:tcPr anchor="ctr"/>
                </a:tc>
                <a:tc>
                  <a:txBody>
                    <a:bodyPr/>
                    <a:lstStyle/>
                    <a:p>
                      <a:r>
                        <a:rPr lang="en-US" dirty="0"/>
                        <a:t>75</a:t>
                      </a:r>
                    </a:p>
                  </a:txBody>
                  <a:tcPr/>
                </a:tc>
                <a:tc>
                  <a:txBody>
                    <a:bodyPr/>
                    <a:lstStyle/>
                    <a:p>
                      <a:r>
                        <a:rPr lang="en-US" dirty="0"/>
                        <a:t>65</a:t>
                      </a:r>
                    </a:p>
                  </a:txBody>
                  <a:tcPr/>
                </a:tc>
                <a:extLst>
                  <a:ext uri="{0D108BD9-81ED-4DB2-BD59-A6C34878D82A}">
                    <a16:rowId xmlns:a16="http://schemas.microsoft.com/office/drawing/2014/main" val="4072913925"/>
                  </a:ext>
                </a:extLst>
              </a:tr>
            </a:tbl>
          </a:graphicData>
        </a:graphic>
      </p:graphicFrame>
    </p:spTree>
    <p:extLst>
      <p:ext uri="{BB962C8B-B14F-4D97-AF65-F5344CB8AC3E}">
        <p14:creationId xmlns:p14="http://schemas.microsoft.com/office/powerpoint/2010/main" val="14655192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chemeClr val="accent2"/>
            </a:gs>
            <a:gs pos="43000">
              <a:schemeClr val="accent2">
                <a:lumMod val="20000"/>
                <a:lumOff val="80000"/>
              </a:schemeClr>
            </a:gs>
            <a:gs pos="77000">
              <a:schemeClr val="accent1">
                <a:lumMod val="0"/>
                <a:lumOff val="100000"/>
              </a:schemeClr>
            </a:gs>
            <a:gs pos="100000">
              <a:schemeClr val="accent1">
                <a:lumMod val="30000"/>
                <a:lumOff val="70000"/>
              </a:schemeClr>
            </a:gs>
          </a:gsLst>
          <a:lin ang="1800000" scaled="0"/>
        </a:gradFill>
        <a:effectLst/>
      </p:bgPr>
    </p:bg>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335D48E-F871-DD21-C501-BEB9B8EE08AF}"/>
              </a:ext>
            </a:extLst>
          </p:cNvPr>
          <p:cNvPicPr>
            <a:picLocks noGrp="1" noChangeAspect="1"/>
          </p:cNvPicPr>
          <p:nvPr>
            <p:ph idx="1"/>
          </p:nvPr>
        </p:nvPicPr>
        <p:blipFill>
          <a:blip r:embed="rId2"/>
          <a:stretch>
            <a:fillRect/>
          </a:stretch>
        </p:blipFill>
        <p:spPr>
          <a:xfrm>
            <a:off x="2159841" y="457200"/>
            <a:ext cx="7872317" cy="5943600"/>
          </a:xfrm>
          <a:prstGeom prst="rect">
            <a:avLst/>
          </a:prstGeom>
        </p:spPr>
      </p:pic>
    </p:spTree>
    <p:extLst>
      <p:ext uri="{BB962C8B-B14F-4D97-AF65-F5344CB8AC3E}">
        <p14:creationId xmlns:p14="http://schemas.microsoft.com/office/powerpoint/2010/main" val="36549024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Slide background fill">
            <a:extLst>
              <a:ext uri="{FF2B5EF4-FFF2-40B4-BE49-F238E27FC236}">
                <a16:creationId xmlns:a16="http://schemas.microsoft.com/office/drawing/2014/main" id="{8DF67618-B87B-4195-8E24-3B126F79F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Color 2">
            <a:extLst>
              <a:ext uri="{FF2B5EF4-FFF2-40B4-BE49-F238E27FC236}">
                <a16:creationId xmlns:a16="http://schemas.microsoft.com/office/drawing/2014/main" id="{64960379-9FF9-400A-A8A8-F5AB633FD3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8" name="Group 17">
            <a:extLst>
              <a:ext uri="{FF2B5EF4-FFF2-40B4-BE49-F238E27FC236}">
                <a16:creationId xmlns:a16="http://schemas.microsoft.com/office/drawing/2014/main" id="{2C491629-AE25-486B-9B22-2CE4EE8F7E4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218159" cy="6858000"/>
            <a:chOff x="651279" y="598259"/>
            <a:chExt cx="10889442" cy="5680742"/>
          </a:xfrm>
        </p:grpSpPr>
        <p:sp>
          <p:nvSpPr>
            <p:cNvPr id="19" name="Color">
              <a:extLst>
                <a:ext uri="{FF2B5EF4-FFF2-40B4-BE49-F238E27FC236}">
                  <a16:creationId xmlns:a16="http://schemas.microsoft.com/office/drawing/2014/main" id="{590EB173-7DC2-4BE8-BC08-19BC09DBD9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Color">
              <a:extLst>
                <a:ext uri="{FF2B5EF4-FFF2-40B4-BE49-F238E27FC236}">
                  <a16:creationId xmlns:a16="http://schemas.microsoft.com/office/drawing/2014/main" id="{0731E2C9-2CF0-48B4-9CEA-35B2199AF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2" name="Group 21">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23" name="Freeform: Shape 22">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5" name="Freeform: Shape 24">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6" name="Freeform: Shape 25">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7" name="Freeform: Shape 26">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8" name="Freeform: Shape 27">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9" name="Freeform: Shape 28">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37FC76D1-2249-85E0-18A9-E87B4528B0AB}"/>
              </a:ext>
            </a:extLst>
          </p:cNvPr>
          <p:cNvSpPr>
            <a:spLocks noGrp="1"/>
          </p:cNvSpPr>
          <p:nvPr>
            <p:ph type="title"/>
          </p:nvPr>
        </p:nvSpPr>
        <p:spPr>
          <a:xfrm>
            <a:off x="786385" y="841248"/>
            <a:ext cx="5129600" cy="5340097"/>
          </a:xfrm>
        </p:spPr>
        <p:txBody>
          <a:bodyPr anchor="ctr">
            <a:normAutofit/>
          </a:bodyPr>
          <a:lstStyle/>
          <a:p>
            <a:r>
              <a:rPr lang="en-US" sz="4800" dirty="0">
                <a:solidFill>
                  <a:schemeClr val="bg1"/>
                </a:solidFill>
              </a:rPr>
              <a:t>Offensive Tools</a:t>
            </a:r>
          </a:p>
        </p:txBody>
      </p:sp>
      <p:graphicFrame>
        <p:nvGraphicFramePr>
          <p:cNvPr id="5" name="Content Placeholder 2">
            <a:extLst>
              <a:ext uri="{FF2B5EF4-FFF2-40B4-BE49-F238E27FC236}">
                <a16:creationId xmlns:a16="http://schemas.microsoft.com/office/drawing/2014/main" id="{9FEE1468-259C-FEB5-CE79-3DD8539336C7}"/>
              </a:ext>
            </a:extLst>
          </p:cNvPr>
          <p:cNvGraphicFramePr>
            <a:graphicFrameLocks noGrp="1"/>
          </p:cNvGraphicFramePr>
          <p:nvPr>
            <p:ph idx="1"/>
            <p:extLst>
              <p:ext uri="{D42A27DB-BD31-4B8C-83A1-F6EECF244321}">
                <p14:modId xmlns:p14="http://schemas.microsoft.com/office/powerpoint/2010/main" val="2622125302"/>
              </p:ext>
            </p:extLst>
          </p:nvPr>
        </p:nvGraphicFramePr>
        <p:xfrm>
          <a:off x="6525628" y="529388"/>
          <a:ext cx="4828172" cy="56519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520110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0FC9B5D2-CE3B-98F3-86A4-ECFA347FB412}"/>
              </a:ext>
            </a:extLst>
          </p:cNvPr>
          <p:cNvSpPr/>
          <p:nvPr/>
        </p:nvSpPr>
        <p:spPr>
          <a:xfrm>
            <a:off x="0" y="0"/>
            <a:ext cx="12186407" cy="1690688"/>
          </a:xfrm>
          <a:prstGeom prst="roundRect">
            <a:avLst>
              <a:gd name="adj" fmla="val 0"/>
            </a:avLst>
          </a:prstGeom>
          <a:gradFill>
            <a:gsLst>
              <a:gs pos="0">
                <a:schemeClr val="accent6"/>
              </a:gs>
              <a:gs pos="67000">
                <a:schemeClr val="accent4">
                  <a:lumMod val="73978"/>
                  <a:lumOff val="26022"/>
                </a:schemeClr>
              </a:gs>
              <a:gs pos="100000">
                <a:schemeClr val="accent4">
                  <a:lumMod val="29000"/>
                  <a:lumOff val="71000"/>
                </a:schemeClr>
              </a:gs>
            </a:gsLst>
            <a:lin ang="1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1">
            <a:extLst>
              <a:ext uri="{FF2B5EF4-FFF2-40B4-BE49-F238E27FC236}">
                <a16:creationId xmlns:a16="http://schemas.microsoft.com/office/drawing/2014/main" id="{F96C457E-63EB-F50B-AE1D-86838EFAE17B}"/>
              </a:ext>
            </a:extLst>
          </p:cNvPr>
          <p:cNvSpPr>
            <a:spLocks noGrp="1"/>
          </p:cNvSpPr>
          <p:nvPr>
            <p:ph type="title"/>
          </p:nvPr>
        </p:nvSpPr>
        <p:spPr/>
        <p:txBody>
          <a:bodyPr/>
          <a:lstStyle/>
          <a:p>
            <a:r>
              <a:rPr lang="en-US" dirty="0">
                <a:solidFill>
                  <a:schemeClr val="bg1"/>
                </a:solidFill>
              </a:rPr>
              <a:t>Speed Leaders</a:t>
            </a:r>
          </a:p>
        </p:txBody>
      </p:sp>
      <p:graphicFrame>
        <p:nvGraphicFramePr>
          <p:cNvPr id="8" name="Content Placeholder 3">
            <a:extLst>
              <a:ext uri="{FF2B5EF4-FFF2-40B4-BE49-F238E27FC236}">
                <a16:creationId xmlns:a16="http://schemas.microsoft.com/office/drawing/2014/main" id="{056D98D8-33E7-8740-568E-DC9C53462400}"/>
              </a:ext>
            </a:extLst>
          </p:cNvPr>
          <p:cNvGraphicFramePr>
            <a:graphicFrameLocks/>
          </p:cNvGraphicFramePr>
          <p:nvPr>
            <p:extLst>
              <p:ext uri="{D42A27DB-BD31-4B8C-83A1-F6EECF244321}">
                <p14:modId xmlns:p14="http://schemas.microsoft.com/office/powerpoint/2010/main" val="588983349"/>
              </p:ext>
            </p:extLst>
          </p:nvPr>
        </p:nvGraphicFramePr>
        <p:xfrm>
          <a:off x="1189074" y="2144395"/>
          <a:ext cx="4509977" cy="4348480"/>
        </p:xfrm>
        <a:graphic>
          <a:graphicData uri="http://schemas.openxmlformats.org/drawingml/2006/table">
            <a:tbl>
              <a:tblPr firstRow="1" bandRow="1">
                <a:tableStyleId>{5C22544A-7EE6-4342-B048-85BDC9FD1C3A}</a:tableStyleId>
              </a:tblPr>
              <a:tblGrid>
                <a:gridCol w="469604">
                  <a:extLst>
                    <a:ext uri="{9D8B030D-6E8A-4147-A177-3AD203B41FA5}">
                      <a16:colId xmlns:a16="http://schemas.microsoft.com/office/drawing/2014/main" val="1990438616"/>
                    </a:ext>
                  </a:extLst>
                </a:gridCol>
                <a:gridCol w="2371061">
                  <a:extLst>
                    <a:ext uri="{9D8B030D-6E8A-4147-A177-3AD203B41FA5}">
                      <a16:colId xmlns:a16="http://schemas.microsoft.com/office/drawing/2014/main" val="863939307"/>
                    </a:ext>
                  </a:extLst>
                </a:gridCol>
                <a:gridCol w="829340">
                  <a:extLst>
                    <a:ext uri="{9D8B030D-6E8A-4147-A177-3AD203B41FA5}">
                      <a16:colId xmlns:a16="http://schemas.microsoft.com/office/drawing/2014/main" val="4286077369"/>
                    </a:ext>
                  </a:extLst>
                </a:gridCol>
                <a:gridCol w="839972">
                  <a:extLst>
                    <a:ext uri="{9D8B030D-6E8A-4147-A177-3AD203B41FA5}">
                      <a16:colId xmlns:a16="http://schemas.microsoft.com/office/drawing/2014/main" val="656629024"/>
                    </a:ext>
                  </a:extLst>
                </a:gridCol>
              </a:tblGrid>
              <a:tr h="370840">
                <a:tc>
                  <a:txBody>
                    <a:bodyPr/>
                    <a:lstStyle/>
                    <a:p>
                      <a:endParaRPr lang="en-US" dirty="0"/>
                    </a:p>
                  </a:txBody>
                  <a:tcPr>
                    <a:solidFill>
                      <a:schemeClr val="accent6">
                        <a:lumMod val="60000"/>
                        <a:lumOff val="40000"/>
                      </a:schemeClr>
                    </a:solidFill>
                  </a:tcPr>
                </a:tc>
                <a:tc>
                  <a:txBody>
                    <a:bodyPr/>
                    <a:lstStyle/>
                    <a:p>
                      <a:r>
                        <a:rPr lang="en-US" dirty="0"/>
                        <a:t>Name</a:t>
                      </a:r>
                    </a:p>
                  </a:txBody>
                  <a:tcPr>
                    <a:solidFill>
                      <a:schemeClr val="accent6">
                        <a:lumMod val="60000"/>
                        <a:lumOff val="40000"/>
                      </a:schemeClr>
                    </a:solidFill>
                  </a:tcPr>
                </a:tc>
                <a:tc>
                  <a:txBody>
                    <a:bodyPr/>
                    <a:lstStyle/>
                    <a:p>
                      <a:r>
                        <a:rPr lang="en-US" dirty="0"/>
                        <a:t>2023 Grade</a:t>
                      </a:r>
                    </a:p>
                  </a:txBody>
                  <a:tcPr>
                    <a:solidFill>
                      <a:schemeClr val="accent6">
                        <a:lumMod val="60000"/>
                        <a:lumOff val="40000"/>
                      </a:schemeClr>
                    </a:solidFill>
                  </a:tcPr>
                </a:tc>
                <a:tc>
                  <a:txBody>
                    <a:bodyPr/>
                    <a:lstStyle/>
                    <a:p>
                      <a:r>
                        <a:rPr lang="en-US" dirty="0"/>
                        <a:t>2024 Grade</a:t>
                      </a:r>
                    </a:p>
                  </a:txBody>
                  <a:tcPr>
                    <a:solidFill>
                      <a:schemeClr val="accent6">
                        <a:lumMod val="60000"/>
                        <a:lumOff val="40000"/>
                      </a:schemeClr>
                    </a:solidFill>
                  </a:tcPr>
                </a:tc>
                <a:extLst>
                  <a:ext uri="{0D108BD9-81ED-4DB2-BD59-A6C34878D82A}">
                    <a16:rowId xmlns:a16="http://schemas.microsoft.com/office/drawing/2014/main" val="218310895"/>
                  </a:ext>
                </a:extLst>
              </a:tr>
              <a:tr h="370840">
                <a:tc>
                  <a:txBody>
                    <a:bodyPr/>
                    <a:lstStyle/>
                    <a:p>
                      <a:r>
                        <a:rPr lang="en-US" dirty="0"/>
                        <a:t>1</a:t>
                      </a:r>
                    </a:p>
                  </a:txBody>
                  <a:tcPr/>
                </a:tc>
                <a:tc>
                  <a:txBody>
                    <a:bodyPr/>
                    <a:lstStyle/>
                    <a:p>
                      <a:r>
                        <a:rPr lang="en-US" dirty="0"/>
                        <a:t>Corbin Carroll</a:t>
                      </a:r>
                    </a:p>
                  </a:txBody>
                  <a:tcPr/>
                </a:tc>
                <a:tc>
                  <a:txBody>
                    <a:bodyPr/>
                    <a:lstStyle/>
                    <a:p>
                      <a:r>
                        <a:rPr lang="en-US" dirty="0"/>
                        <a:t>70</a:t>
                      </a:r>
                    </a:p>
                  </a:txBody>
                  <a:tcPr/>
                </a:tc>
                <a:tc>
                  <a:txBody>
                    <a:bodyPr/>
                    <a:lstStyle/>
                    <a:p>
                      <a:r>
                        <a:rPr lang="en-US" dirty="0"/>
                        <a:t>70</a:t>
                      </a:r>
                    </a:p>
                  </a:txBody>
                  <a:tcPr/>
                </a:tc>
                <a:extLst>
                  <a:ext uri="{0D108BD9-81ED-4DB2-BD59-A6C34878D82A}">
                    <a16:rowId xmlns:a16="http://schemas.microsoft.com/office/drawing/2014/main" val="3206669"/>
                  </a:ext>
                </a:extLst>
              </a:tr>
              <a:tr h="370840">
                <a:tc>
                  <a:txBody>
                    <a:bodyPr/>
                    <a:lstStyle/>
                    <a:p>
                      <a:r>
                        <a:rPr lang="en-US" dirty="0"/>
                        <a:t>2</a:t>
                      </a:r>
                    </a:p>
                  </a:txBody>
                  <a:tcPr/>
                </a:tc>
                <a:tc>
                  <a:txBody>
                    <a:bodyPr/>
                    <a:lstStyle/>
                    <a:p>
                      <a:r>
                        <a:rPr lang="en-US" dirty="0"/>
                        <a:t>Bobby Witt</a:t>
                      </a:r>
                    </a:p>
                  </a:txBody>
                  <a:tcPr/>
                </a:tc>
                <a:tc>
                  <a:txBody>
                    <a:bodyPr/>
                    <a:lstStyle/>
                    <a:p>
                      <a:r>
                        <a:rPr lang="en-US" dirty="0"/>
                        <a:t>70</a:t>
                      </a:r>
                    </a:p>
                  </a:txBody>
                  <a:tcPr/>
                </a:tc>
                <a:tc>
                  <a:txBody>
                    <a:bodyPr/>
                    <a:lstStyle/>
                    <a:p>
                      <a:r>
                        <a:rPr lang="en-US" dirty="0"/>
                        <a:t>70</a:t>
                      </a:r>
                    </a:p>
                  </a:txBody>
                  <a:tcPr/>
                </a:tc>
                <a:extLst>
                  <a:ext uri="{0D108BD9-81ED-4DB2-BD59-A6C34878D82A}">
                    <a16:rowId xmlns:a16="http://schemas.microsoft.com/office/drawing/2014/main" val="1848325926"/>
                  </a:ext>
                </a:extLst>
              </a:tr>
              <a:tr h="370840">
                <a:tc>
                  <a:txBody>
                    <a:bodyPr/>
                    <a:lstStyle/>
                    <a:p>
                      <a:r>
                        <a:rPr lang="en-US" dirty="0"/>
                        <a:t>3</a:t>
                      </a:r>
                    </a:p>
                  </a:txBody>
                  <a:tcPr/>
                </a:tc>
                <a:tc>
                  <a:txBody>
                    <a:bodyPr/>
                    <a:lstStyle/>
                    <a:p>
                      <a:r>
                        <a:rPr lang="en-US" dirty="0"/>
                        <a:t>Elly De La Cruz</a:t>
                      </a:r>
                    </a:p>
                  </a:txBody>
                  <a:tcPr/>
                </a:tc>
                <a:tc>
                  <a:txBody>
                    <a:bodyPr/>
                    <a:lstStyle/>
                    <a:p>
                      <a:r>
                        <a:rPr lang="en-US" dirty="0"/>
                        <a:t>70</a:t>
                      </a:r>
                    </a:p>
                  </a:txBody>
                  <a:tcPr/>
                </a:tc>
                <a:tc>
                  <a:txBody>
                    <a:bodyPr/>
                    <a:lstStyle/>
                    <a:p>
                      <a:r>
                        <a:rPr lang="en-US" dirty="0"/>
                        <a:t>65</a:t>
                      </a:r>
                    </a:p>
                  </a:txBody>
                  <a:tcPr/>
                </a:tc>
                <a:extLst>
                  <a:ext uri="{0D108BD9-81ED-4DB2-BD59-A6C34878D82A}">
                    <a16:rowId xmlns:a16="http://schemas.microsoft.com/office/drawing/2014/main" val="1274399503"/>
                  </a:ext>
                </a:extLst>
              </a:tr>
              <a:tr h="370840">
                <a:tc>
                  <a:txBody>
                    <a:bodyPr/>
                    <a:lstStyle/>
                    <a:p>
                      <a:r>
                        <a:rPr lang="en-US" dirty="0"/>
                        <a:t>4</a:t>
                      </a:r>
                    </a:p>
                  </a:txBody>
                  <a:tcPr/>
                </a:tc>
                <a:tc>
                  <a:txBody>
                    <a:bodyPr/>
                    <a:lstStyle/>
                    <a:p>
                      <a:r>
                        <a:rPr lang="en-US" dirty="0"/>
                        <a:t>Myles Straw</a:t>
                      </a:r>
                    </a:p>
                  </a:txBody>
                  <a:tcPr/>
                </a:tc>
                <a:tc>
                  <a:txBody>
                    <a:bodyPr/>
                    <a:lstStyle/>
                    <a:p>
                      <a:r>
                        <a:rPr lang="en-US" dirty="0"/>
                        <a:t>70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txBody>
                  <a:tcPr/>
                </a:tc>
                <a:extLst>
                  <a:ext uri="{0D108BD9-81ED-4DB2-BD59-A6C34878D82A}">
                    <a16:rowId xmlns:a16="http://schemas.microsoft.com/office/drawing/2014/main" val="275075110"/>
                  </a:ext>
                </a:extLst>
              </a:tr>
              <a:tr h="370840">
                <a:tc>
                  <a:txBody>
                    <a:bodyPr/>
                    <a:lstStyle/>
                    <a:p>
                      <a:r>
                        <a:rPr lang="en-US" dirty="0"/>
                        <a:t>5</a:t>
                      </a:r>
                    </a:p>
                  </a:txBody>
                  <a:tcPr/>
                </a:tc>
                <a:tc>
                  <a:txBody>
                    <a:bodyPr/>
                    <a:lstStyle/>
                    <a:p>
                      <a:r>
                        <a:rPr lang="en-US" dirty="0"/>
                        <a:t>Trea Turner</a:t>
                      </a:r>
                    </a:p>
                  </a:txBody>
                  <a:tcPr/>
                </a:tc>
                <a:tc>
                  <a:txBody>
                    <a:bodyPr/>
                    <a:lstStyle/>
                    <a:p>
                      <a:r>
                        <a:rPr lang="en-US" dirty="0"/>
                        <a:t>70</a:t>
                      </a:r>
                    </a:p>
                  </a:txBody>
                  <a:tcPr/>
                </a:tc>
                <a:tc>
                  <a:txBody>
                    <a:bodyPr/>
                    <a:lstStyle/>
                    <a:p>
                      <a:r>
                        <a:rPr lang="en-US" dirty="0"/>
                        <a:t>65</a:t>
                      </a:r>
                    </a:p>
                  </a:txBody>
                  <a:tcPr/>
                </a:tc>
                <a:extLst>
                  <a:ext uri="{0D108BD9-81ED-4DB2-BD59-A6C34878D82A}">
                    <a16:rowId xmlns:a16="http://schemas.microsoft.com/office/drawing/2014/main" val="3416198660"/>
                  </a:ext>
                </a:extLst>
              </a:tr>
              <a:tr h="370840">
                <a:tc>
                  <a:txBody>
                    <a:bodyPr/>
                    <a:lstStyle/>
                    <a:p>
                      <a:r>
                        <a:rPr lang="en-US" dirty="0"/>
                        <a:t>6</a:t>
                      </a:r>
                    </a:p>
                  </a:txBody>
                  <a:tcPr/>
                </a:tc>
                <a:tc>
                  <a:txBody>
                    <a:bodyPr/>
                    <a:lstStyle/>
                    <a:p>
                      <a:r>
                        <a:rPr lang="en-US" dirty="0"/>
                        <a:t>Cody Bellinger</a:t>
                      </a:r>
                    </a:p>
                  </a:txBody>
                  <a:tcPr/>
                </a:tc>
                <a:tc>
                  <a:txBody>
                    <a:bodyPr/>
                    <a:lstStyle/>
                    <a:p>
                      <a:r>
                        <a:rPr lang="en-US" dirty="0"/>
                        <a:t>70</a:t>
                      </a:r>
                    </a:p>
                  </a:txBody>
                  <a:tcPr/>
                </a:tc>
                <a:tc>
                  <a:txBody>
                    <a:bodyPr/>
                    <a:lstStyle/>
                    <a:p>
                      <a:r>
                        <a:rPr lang="en-US" dirty="0"/>
                        <a:t>65</a:t>
                      </a:r>
                    </a:p>
                  </a:txBody>
                  <a:tcPr/>
                </a:tc>
                <a:extLst>
                  <a:ext uri="{0D108BD9-81ED-4DB2-BD59-A6C34878D82A}">
                    <a16:rowId xmlns:a16="http://schemas.microsoft.com/office/drawing/2014/main" val="3631880386"/>
                  </a:ext>
                </a:extLst>
              </a:tr>
              <a:tr h="370840">
                <a:tc>
                  <a:txBody>
                    <a:bodyPr/>
                    <a:lstStyle/>
                    <a:p>
                      <a:r>
                        <a:rPr lang="en-US" dirty="0"/>
                        <a:t>7</a:t>
                      </a:r>
                    </a:p>
                  </a:txBody>
                  <a:tcPr/>
                </a:tc>
                <a:tc>
                  <a:txBody>
                    <a:bodyPr/>
                    <a:lstStyle/>
                    <a:p>
                      <a:r>
                        <a:rPr lang="en-US" dirty="0"/>
                        <a:t>Jarren Duran</a:t>
                      </a:r>
                    </a:p>
                  </a:txBody>
                  <a:tcPr anchor="ctr"/>
                </a:tc>
                <a:tc>
                  <a:txBody>
                    <a:bodyPr/>
                    <a:lstStyle/>
                    <a:p>
                      <a:r>
                        <a:rPr lang="en-US" dirty="0"/>
                        <a:t>65</a:t>
                      </a:r>
                    </a:p>
                  </a:txBody>
                  <a:tcPr/>
                </a:tc>
                <a:tc>
                  <a:txBody>
                    <a:bodyPr/>
                    <a:lstStyle/>
                    <a:p>
                      <a:r>
                        <a:rPr lang="en-US" dirty="0"/>
                        <a:t>70</a:t>
                      </a:r>
                    </a:p>
                  </a:txBody>
                  <a:tcPr/>
                </a:tc>
                <a:extLst>
                  <a:ext uri="{0D108BD9-81ED-4DB2-BD59-A6C34878D82A}">
                    <a16:rowId xmlns:a16="http://schemas.microsoft.com/office/drawing/2014/main" val="1441666652"/>
                  </a:ext>
                </a:extLst>
              </a:tr>
              <a:tr h="370840">
                <a:tc>
                  <a:txBody>
                    <a:bodyPr/>
                    <a:lstStyle/>
                    <a:p>
                      <a:r>
                        <a:rPr lang="en-US" dirty="0"/>
                        <a:t>8</a:t>
                      </a:r>
                    </a:p>
                  </a:txBody>
                  <a:tcPr/>
                </a:tc>
                <a:tc>
                  <a:txBody>
                    <a:bodyPr/>
                    <a:lstStyle/>
                    <a:p>
                      <a:r>
                        <a:rPr lang="en-US" dirty="0"/>
                        <a:t>Jeff </a:t>
                      </a:r>
                      <a:r>
                        <a:rPr lang="en-US" dirty="0" err="1"/>
                        <a:t>Mcneil</a:t>
                      </a:r>
                      <a:endParaRPr lang="en-US" dirty="0"/>
                    </a:p>
                  </a:txBody>
                  <a:tcPr anchor="ctr"/>
                </a:tc>
                <a:tc>
                  <a:txBody>
                    <a:bodyPr/>
                    <a:lstStyle/>
                    <a:p>
                      <a:r>
                        <a:rPr lang="en-US" dirty="0"/>
                        <a:t>65</a:t>
                      </a:r>
                    </a:p>
                  </a:txBody>
                  <a:tcPr/>
                </a:tc>
                <a:tc>
                  <a:txBody>
                    <a:bodyPr/>
                    <a:lstStyle/>
                    <a:p>
                      <a:r>
                        <a:rPr lang="en-US" dirty="0"/>
                        <a:t>60</a:t>
                      </a:r>
                    </a:p>
                  </a:txBody>
                  <a:tcPr/>
                </a:tc>
                <a:extLst>
                  <a:ext uri="{0D108BD9-81ED-4DB2-BD59-A6C34878D82A}">
                    <a16:rowId xmlns:a16="http://schemas.microsoft.com/office/drawing/2014/main" val="1971267530"/>
                  </a:ext>
                </a:extLst>
              </a:tr>
              <a:tr h="370840">
                <a:tc>
                  <a:txBody>
                    <a:bodyPr/>
                    <a:lstStyle/>
                    <a:p>
                      <a:r>
                        <a:rPr lang="en-US" dirty="0"/>
                        <a:t>9</a:t>
                      </a:r>
                    </a:p>
                  </a:txBody>
                  <a:tcPr/>
                </a:tc>
                <a:tc>
                  <a:txBody>
                    <a:bodyPr/>
                    <a:lstStyle/>
                    <a:p>
                      <a:r>
                        <a:rPr lang="en-US" dirty="0"/>
                        <a:t>Shohei Ohtani</a:t>
                      </a:r>
                    </a:p>
                  </a:txBody>
                  <a:tcPr anchor="ctr"/>
                </a:tc>
                <a:tc>
                  <a:txBody>
                    <a:bodyPr/>
                    <a:lstStyle/>
                    <a:p>
                      <a:r>
                        <a:rPr lang="en-US" dirty="0"/>
                        <a:t>65</a:t>
                      </a:r>
                    </a:p>
                  </a:txBody>
                  <a:tcPr/>
                </a:tc>
                <a:tc>
                  <a:txBody>
                    <a:bodyPr/>
                    <a:lstStyle/>
                    <a:p>
                      <a:r>
                        <a:rPr lang="en-US" dirty="0"/>
                        <a:t>70</a:t>
                      </a:r>
                    </a:p>
                  </a:txBody>
                  <a:tcPr/>
                </a:tc>
                <a:extLst>
                  <a:ext uri="{0D108BD9-81ED-4DB2-BD59-A6C34878D82A}">
                    <a16:rowId xmlns:a16="http://schemas.microsoft.com/office/drawing/2014/main" val="1198349398"/>
                  </a:ext>
                </a:extLst>
              </a:tr>
              <a:tr h="370840">
                <a:tc>
                  <a:txBody>
                    <a:bodyPr/>
                    <a:lstStyle/>
                    <a:p>
                      <a:r>
                        <a:rPr lang="en-US" dirty="0"/>
                        <a:t>10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José Siri</a:t>
                      </a:r>
                    </a:p>
                  </a:txBody>
                  <a:tcPr anchor="ctr"/>
                </a:tc>
                <a:tc>
                  <a:txBody>
                    <a:bodyPr/>
                    <a:lstStyle/>
                    <a:p>
                      <a:r>
                        <a:rPr lang="en-US" dirty="0"/>
                        <a:t>65</a:t>
                      </a:r>
                    </a:p>
                  </a:txBody>
                  <a:tcPr/>
                </a:tc>
                <a:tc>
                  <a:txBody>
                    <a:bodyPr/>
                    <a:lstStyle/>
                    <a:p>
                      <a:r>
                        <a:rPr lang="en-US" dirty="0"/>
                        <a:t>65</a:t>
                      </a:r>
                    </a:p>
                  </a:txBody>
                  <a:tcPr/>
                </a:tc>
                <a:extLst>
                  <a:ext uri="{0D108BD9-81ED-4DB2-BD59-A6C34878D82A}">
                    <a16:rowId xmlns:a16="http://schemas.microsoft.com/office/drawing/2014/main" val="1261108105"/>
                  </a:ext>
                </a:extLst>
              </a:tr>
            </a:tbl>
          </a:graphicData>
        </a:graphic>
      </p:graphicFrame>
      <p:graphicFrame>
        <p:nvGraphicFramePr>
          <p:cNvPr id="9" name="Content Placeholder 3">
            <a:extLst>
              <a:ext uri="{FF2B5EF4-FFF2-40B4-BE49-F238E27FC236}">
                <a16:creationId xmlns:a16="http://schemas.microsoft.com/office/drawing/2014/main" id="{38DC1E56-B0BD-51FC-5308-E84B8D32BFE1}"/>
              </a:ext>
            </a:extLst>
          </p:cNvPr>
          <p:cNvGraphicFramePr>
            <a:graphicFrameLocks/>
          </p:cNvGraphicFramePr>
          <p:nvPr>
            <p:extLst>
              <p:ext uri="{D42A27DB-BD31-4B8C-83A1-F6EECF244321}">
                <p14:modId xmlns:p14="http://schemas.microsoft.com/office/powerpoint/2010/main" val="2169081166"/>
              </p:ext>
            </p:extLst>
          </p:nvPr>
        </p:nvGraphicFramePr>
        <p:xfrm>
          <a:off x="6492949" y="2144395"/>
          <a:ext cx="4509977" cy="4343400"/>
        </p:xfrm>
        <a:graphic>
          <a:graphicData uri="http://schemas.openxmlformats.org/drawingml/2006/table">
            <a:tbl>
              <a:tblPr firstRow="1" bandRow="1">
                <a:tableStyleId>{5C22544A-7EE6-4342-B048-85BDC9FD1C3A}</a:tableStyleId>
              </a:tblPr>
              <a:tblGrid>
                <a:gridCol w="492642">
                  <a:extLst>
                    <a:ext uri="{9D8B030D-6E8A-4147-A177-3AD203B41FA5}">
                      <a16:colId xmlns:a16="http://schemas.microsoft.com/office/drawing/2014/main" val="1990438616"/>
                    </a:ext>
                  </a:extLst>
                </a:gridCol>
                <a:gridCol w="2348023">
                  <a:extLst>
                    <a:ext uri="{9D8B030D-6E8A-4147-A177-3AD203B41FA5}">
                      <a16:colId xmlns:a16="http://schemas.microsoft.com/office/drawing/2014/main" val="863939307"/>
                    </a:ext>
                  </a:extLst>
                </a:gridCol>
                <a:gridCol w="829340">
                  <a:extLst>
                    <a:ext uri="{9D8B030D-6E8A-4147-A177-3AD203B41FA5}">
                      <a16:colId xmlns:a16="http://schemas.microsoft.com/office/drawing/2014/main" val="4286077369"/>
                    </a:ext>
                  </a:extLst>
                </a:gridCol>
                <a:gridCol w="839972">
                  <a:extLst>
                    <a:ext uri="{9D8B030D-6E8A-4147-A177-3AD203B41FA5}">
                      <a16:colId xmlns:a16="http://schemas.microsoft.com/office/drawing/2014/main" val="656629024"/>
                    </a:ext>
                  </a:extLst>
                </a:gridCol>
              </a:tblGrid>
              <a:tr h="447067">
                <a:tc>
                  <a:txBody>
                    <a:bodyPr/>
                    <a:lstStyle/>
                    <a:p>
                      <a:endParaRPr lang="en-US" dirty="0"/>
                    </a:p>
                  </a:txBody>
                  <a:tcPr>
                    <a:solidFill>
                      <a:schemeClr val="accent6">
                        <a:lumMod val="60000"/>
                        <a:lumOff val="40000"/>
                      </a:schemeClr>
                    </a:solidFill>
                  </a:tcPr>
                </a:tc>
                <a:tc>
                  <a:txBody>
                    <a:bodyPr/>
                    <a:lstStyle/>
                    <a:p>
                      <a:r>
                        <a:rPr lang="en-US" dirty="0"/>
                        <a:t>Name</a:t>
                      </a:r>
                    </a:p>
                  </a:txBody>
                  <a:tcPr>
                    <a:solidFill>
                      <a:schemeClr val="accent6">
                        <a:lumMod val="60000"/>
                        <a:lumOff val="40000"/>
                      </a:schemeClr>
                    </a:solidFill>
                  </a:tcPr>
                </a:tc>
                <a:tc>
                  <a:txBody>
                    <a:bodyPr/>
                    <a:lstStyle/>
                    <a:p>
                      <a:r>
                        <a:rPr lang="en-US" dirty="0"/>
                        <a:t>2023 Grade</a:t>
                      </a:r>
                    </a:p>
                  </a:txBody>
                  <a:tcPr>
                    <a:solidFill>
                      <a:schemeClr val="accent6">
                        <a:lumMod val="60000"/>
                        <a:lumOff val="40000"/>
                      </a:schemeClr>
                    </a:solidFill>
                  </a:tcPr>
                </a:tc>
                <a:tc>
                  <a:txBody>
                    <a:bodyPr/>
                    <a:lstStyle/>
                    <a:p>
                      <a:r>
                        <a:rPr lang="en-US" dirty="0"/>
                        <a:t>2024 Grade</a:t>
                      </a:r>
                    </a:p>
                  </a:txBody>
                  <a:tcPr>
                    <a:solidFill>
                      <a:schemeClr val="accent6">
                        <a:lumMod val="60000"/>
                        <a:lumOff val="40000"/>
                      </a:schemeClr>
                    </a:solidFill>
                  </a:tcPr>
                </a:tc>
                <a:extLst>
                  <a:ext uri="{0D108BD9-81ED-4DB2-BD59-A6C34878D82A}">
                    <a16:rowId xmlns:a16="http://schemas.microsoft.com/office/drawing/2014/main" val="218310895"/>
                  </a:ext>
                </a:extLst>
              </a:tr>
              <a:tr h="370840">
                <a:tc>
                  <a:txBody>
                    <a:bodyPr/>
                    <a:lstStyle/>
                    <a:p>
                      <a:r>
                        <a:rPr lang="en-US" dirty="0"/>
                        <a:t>1</a:t>
                      </a:r>
                    </a:p>
                  </a:txBody>
                  <a:tcPr/>
                </a:tc>
                <a:tc>
                  <a:txBody>
                    <a:bodyPr/>
                    <a:lstStyle/>
                    <a:p>
                      <a:r>
                        <a:rPr lang="en-US" dirty="0"/>
                        <a:t>Corbin Carroll</a:t>
                      </a:r>
                    </a:p>
                  </a:txBody>
                  <a:tcPr/>
                </a:tc>
                <a:tc>
                  <a:txBody>
                    <a:bodyPr/>
                    <a:lstStyle/>
                    <a:p>
                      <a:r>
                        <a:rPr lang="en-US" dirty="0"/>
                        <a:t>70</a:t>
                      </a:r>
                    </a:p>
                  </a:txBody>
                  <a:tcPr/>
                </a:tc>
                <a:tc>
                  <a:txBody>
                    <a:bodyPr/>
                    <a:lstStyle/>
                    <a:p>
                      <a:r>
                        <a:rPr lang="en-US" dirty="0"/>
                        <a:t>70</a:t>
                      </a:r>
                    </a:p>
                  </a:txBody>
                  <a:tcPr/>
                </a:tc>
                <a:extLst>
                  <a:ext uri="{0D108BD9-81ED-4DB2-BD59-A6C34878D82A}">
                    <a16:rowId xmlns:a16="http://schemas.microsoft.com/office/drawing/2014/main" val="3206669"/>
                  </a:ext>
                </a:extLst>
              </a:tr>
              <a:tr h="370840">
                <a:tc>
                  <a:txBody>
                    <a:bodyPr/>
                    <a:lstStyle/>
                    <a:p>
                      <a:r>
                        <a:rPr lang="en-US" dirty="0"/>
                        <a:t>2</a:t>
                      </a:r>
                    </a:p>
                  </a:txBody>
                  <a:tcPr/>
                </a:tc>
                <a:tc>
                  <a:txBody>
                    <a:bodyPr/>
                    <a:lstStyle/>
                    <a:p>
                      <a:r>
                        <a:rPr lang="en-US" dirty="0"/>
                        <a:t>Bobby Witt</a:t>
                      </a:r>
                    </a:p>
                  </a:txBody>
                  <a:tcPr/>
                </a:tc>
                <a:tc>
                  <a:txBody>
                    <a:bodyPr/>
                    <a:lstStyle/>
                    <a:p>
                      <a:r>
                        <a:rPr lang="en-US" dirty="0"/>
                        <a:t>70</a:t>
                      </a:r>
                    </a:p>
                  </a:txBody>
                  <a:tcPr/>
                </a:tc>
                <a:tc>
                  <a:txBody>
                    <a:bodyPr/>
                    <a:lstStyle/>
                    <a:p>
                      <a:r>
                        <a:rPr lang="en-US" dirty="0"/>
                        <a:t>70</a:t>
                      </a:r>
                    </a:p>
                  </a:txBody>
                  <a:tcPr/>
                </a:tc>
                <a:extLst>
                  <a:ext uri="{0D108BD9-81ED-4DB2-BD59-A6C34878D82A}">
                    <a16:rowId xmlns:a16="http://schemas.microsoft.com/office/drawing/2014/main" val="1848325926"/>
                  </a:ext>
                </a:extLst>
              </a:tr>
              <a:tr h="370840">
                <a:tc>
                  <a:txBody>
                    <a:bodyPr/>
                    <a:lstStyle/>
                    <a:p>
                      <a:r>
                        <a:rPr lang="en-US" dirty="0"/>
                        <a:t>3</a:t>
                      </a:r>
                    </a:p>
                  </a:txBody>
                  <a:tcPr/>
                </a:tc>
                <a:tc>
                  <a:txBody>
                    <a:bodyPr/>
                    <a:lstStyle/>
                    <a:p>
                      <a:r>
                        <a:rPr lang="en-US" dirty="0"/>
                        <a:t>Shohei Ohtani</a:t>
                      </a:r>
                    </a:p>
                  </a:txBody>
                  <a:tcPr/>
                </a:tc>
                <a:tc>
                  <a:txBody>
                    <a:bodyPr/>
                    <a:lstStyle/>
                    <a:p>
                      <a:r>
                        <a:rPr lang="en-US" dirty="0"/>
                        <a:t>65</a:t>
                      </a:r>
                    </a:p>
                  </a:txBody>
                  <a:tcPr/>
                </a:tc>
                <a:tc>
                  <a:txBody>
                    <a:bodyPr/>
                    <a:lstStyle/>
                    <a:p>
                      <a:r>
                        <a:rPr lang="en-US" dirty="0"/>
                        <a:t>70</a:t>
                      </a:r>
                    </a:p>
                  </a:txBody>
                  <a:tcPr/>
                </a:tc>
                <a:extLst>
                  <a:ext uri="{0D108BD9-81ED-4DB2-BD59-A6C34878D82A}">
                    <a16:rowId xmlns:a16="http://schemas.microsoft.com/office/drawing/2014/main" val="1274399503"/>
                  </a:ext>
                </a:extLst>
              </a:tr>
              <a:tr h="370840">
                <a:tc>
                  <a:txBody>
                    <a:bodyPr/>
                    <a:lstStyle/>
                    <a:p>
                      <a:r>
                        <a:rPr lang="en-US" dirty="0"/>
                        <a:t>4</a:t>
                      </a:r>
                    </a:p>
                  </a:txBody>
                  <a:tcPr/>
                </a:tc>
                <a:tc>
                  <a:txBody>
                    <a:bodyPr/>
                    <a:lstStyle/>
                    <a:p>
                      <a:r>
                        <a:rPr lang="en-US" dirty="0"/>
                        <a:t>Byron Buxton</a:t>
                      </a:r>
                    </a:p>
                  </a:txBody>
                  <a:tcPr/>
                </a:tc>
                <a:tc>
                  <a:txBody>
                    <a:bodyPr/>
                    <a:lstStyle/>
                    <a:p>
                      <a:r>
                        <a:rPr lang="en-US" dirty="0"/>
                        <a:t>65</a:t>
                      </a:r>
                    </a:p>
                  </a:txBody>
                  <a:tcPr/>
                </a:tc>
                <a:tc>
                  <a:txBody>
                    <a:bodyPr/>
                    <a:lstStyle/>
                    <a:p>
                      <a:r>
                        <a:rPr lang="en-US" dirty="0"/>
                        <a:t>70</a:t>
                      </a:r>
                    </a:p>
                  </a:txBody>
                  <a:tcPr/>
                </a:tc>
                <a:extLst>
                  <a:ext uri="{0D108BD9-81ED-4DB2-BD59-A6C34878D82A}">
                    <a16:rowId xmlns:a16="http://schemas.microsoft.com/office/drawing/2014/main" val="275075110"/>
                  </a:ext>
                </a:extLst>
              </a:tr>
              <a:tr h="370840">
                <a:tc>
                  <a:txBody>
                    <a:bodyPr/>
                    <a:lstStyle/>
                    <a:p>
                      <a:r>
                        <a:rPr lang="en-US" dirty="0"/>
                        <a:t>5</a:t>
                      </a:r>
                    </a:p>
                  </a:txBody>
                  <a:tcPr/>
                </a:tc>
                <a:tc>
                  <a:txBody>
                    <a:bodyPr/>
                    <a:lstStyle/>
                    <a:p>
                      <a:r>
                        <a:rPr lang="en-US" dirty="0"/>
                        <a:t>Jarren Duran</a:t>
                      </a:r>
                    </a:p>
                  </a:txBody>
                  <a:tcPr/>
                </a:tc>
                <a:tc>
                  <a:txBody>
                    <a:bodyPr/>
                    <a:lstStyle/>
                    <a:p>
                      <a:r>
                        <a:rPr lang="en-US" dirty="0"/>
                        <a:t>65</a:t>
                      </a:r>
                    </a:p>
                  </a:txBody>
                  <a:tcPr/>
                </a:tc>
                <a:tc>
                  <a:txBody>
                    <a:bodyPr/>
                    <a:lstStyle/>
                    <a:p>
                      <a:r>
                        <a:rPr lang="en-US" dirty="0"/>
                        <a:t>70</a:t>
                      </a:r>
                    </a:p>
                  </a:txBody>
                  <a:tcPr/>
                </a:tc>
                <a:extLst>
                  <a:ext uri="{0D108BD9-81ED-4DB2-BD59-A6C34878D82A}">
                    <a16:rowId xmlns:a16="http://schemas.microsoft.com/office/drawing/2014/main" val="3416198660"/>
                  </a:ext>
                </a:extLst>
              </a:tr>
              <a:tr h="216654">
                <a:tc>
                  <a:txBody>
                    <a:bodyPr/>
                    <a:lstStyle/>
                    <a:p>
                      <a:r>
                        <a:rPr lang="en-US" dirty="0"/>
                        <a:t>6</a:t>
                      </a:r>
                    </a:p>
                  </a:txBody>
                  <a:tcPr/>
                </a:tc>
                <a:tc>
                  <a:txBody>
                    <a:bodyPr/>
                    <a:lstStyle/>
                    <a:p>
                      <a:r>
                        <a:rPr lang="en-US" dirty="0" err="1"/>
                        <a:t>Mj</a:t>
                      </a:r>
                      <a:r>
                        <a:rPr lang="en-US" dirty="0"/>
                        <a:t> Melendez</a:t>
                      </a:r>
                    </a:p>
                  </a:txBody>
                  <a:tcPr/>
                </a:tc>
                <a:tc>
                  <a:txBody>
                    <a:bodyPr/>
                    <a:lstStyle/>
                    <a:p>
                      <a:r>
                        <a:rPr lang="en-US" dirty="0"/>
                        <a:t>60</a:t>
                      </a:r>
                    </a:p>
                  </a:txBody>
                  <a:tcPr/>
                </a:tc>
                <a:tc>
                  <a:txBody>
                    <a:bodyPr/>
                    <a:lstStyle/>
                    <a:p>
                      <a:r>
                        <a:rPr lang="en-US" dirty="0"/>
                        <a:t>65</a:t>
                      </a:r>
                    </a:p>
                  </a:txBody>
                  <a:tcPr/>
                </a:tc>
                <a:extLst>
                  <a:ext uri="{0D108BD9-81ED-4DB2-BD59-A6C34878D82A}">
                    <a16:rowId xmlns:a16="http://schemas.microsoft.com/office/drawing/2014/main" val="3631880386"/>
                  </a:ext>
                </a:extLst>
              </a:tr>
              <a:tr h="370840">
                <a:tc>
                  <a:txBody>
                    <a:bodyPr/>
                    <a:lstStyle/>
                    <a:p>
                      <a:r>
                        <a:rPr lang="en-US" dirty="0"/>
                        <a:t>7</a:t>
                      </a:r>
                    </a:p>
                  </a:txBody>
                  <a:tcPr/>
                </a:tc>
                <a:tc>
                  <a:txBody>
                    <a:bodyPr/>
                    <a:lstStyle/>
                    <a:p>
                      <a:r>
                        <a:rPr lang="en-US" dirty="0"/>
                        <a:t>Cody Bellinger</a:t>
                      </a:r>
                    </a:p>
                  </a:txBody>
                  <a:tcPr anchor="ctr"/>
                </a:tc>
                <a:tc>
                  <a:txBody>
                    <a:bodyPr/>
                    <a:lstStyle/>
                    <a:p>
                      <a:r>
                        <a:rPr lang="en-US" dirty="0"/>
                        <a:t>70</a:t>
                      </a:r>
                    </a:p>
                  </a:txBody>
                  <a:tcPr/>
                </a:tc>
                <a:tc>
                  <a:txBody>
                    <a:bodyPr/>
                    <a:lstStyle/>
                    <a:p>
                      <a:r>
                        <a:rPr lang="en-US" dirty="0"/>
                        <a:t>65</a:t>
                      </a:r>
                    </a:p>
                  </a:txBody>
                  <a:tcPr/>
                </a:tc>
                <a:extLst>
                  <a:ext uri="{0D108BD9-81ED-4DB2-BD59-A6C34878D82A}">
                    <a16:rowId xmlns:a16="http://schemas.microsoft.com/office/drawing/2014/main" val="1441666652"/>
                  </a:ext>
                </a:extLst>
              </a:tr>
              <a:tr h="370840">
                <a:tc>
                  <a:txBody>
                    <a:bodyPr/>
                    <a:lstStyle/>
                    <a:p>
                      <a:r>
                        <a:rPr lang="en-US" dirty="0"/>
                        <a:t>8</a:t>
                      </a:r>
                    </a:p>
                  </a:txBody>
                  <a:tcPr/>
                </a:tc>
                <a:tc>
                  <a:txBody>
                    <a:bodyPr/>
                    <a:lstStyle/>
                    <a:p>
                      <a:r>
                        <a:rPr lang="en-US" dirty="0"/>
                        <a:t>Brice </a:t>
                      </a:r>
                      <a:r>
                        <a:rPr lang="en-US" dirty="0" err="1"/>
                        <a:t>Turang</a:t>
                      </a:r>
                      <a:endParaRPr lang="en-US" dirty="0"/>
                    </a:p>
                  </a:txBody>
                  <a:tcPr anchor="ctr"/>
                </a:tc>
                <a:tc>
                  <a:txBody>
                    <a:bodyPr/>
                    <a:lstStyle/>
                    <a:p>
                      <a:r>
                        <a:rPr lang="en-US" dirty="0"/>
                        <a:t>65</a:t>
                      </a:r>
                    </a:p>
                  </a:txBody>
                  <a:tcPr/>
                </a:tc>
                <a:tc>
                  <a:txBody>
                    <a:bodyPr/>
                    <a:lstStyle/>
                    <a:p>
                      <a:r>
                        <a:rPr lang="en-US" dirty="0"/>
                        <a:t>65</a:t>
                      </a:r>
                    </a:p>
                  </a:txBody>
                  <a:tcPr/>
                </a:tc>
                <a:extLst>
                  <a:ext uri="{0D108BD9-81ED-4DB2-BD59-A6C34878D82A}">
                    <a16:rowId xmlns:a16="http://schemas.microsoft.com/office/drawing/2014/main" val="194088810"/>
                  </a:ext>
                </a:extLst>
              </a:tr>
              <a:tr h="370840">
                <a:tc>
                  <a:txBody>
                    <a:bodyPr/>
                    <a:lstStyle/>
                    <a:p>
                      <a:r>
                        <a:rPr lang="en-US" dirty="0"/>
                        <a:t>9</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José Siri</a:t>
                      </a:r>
                    </a:p>
                  </a:txBody>
                  <a:tcPr anchor="ctr"/>
                </a:tc>
                <a:tc>
                  <a:txBody>
                    <a:bodyPr/>
                    <a:lstStyle/>
                    <a:p>
                      <a:r>
                        <a:rPr lang="en-US" dirty="0"/>
                        <a:t>65</a:t>
                      </a:r>
                    </a:p>
                  </a:txBody>
                  <a:tcPr/>
                </a:tc>
                <a:tc>
                  <a:txBody>
                    <a:bodyPr/>
                    <a:lstStyle/>
                    <a:p>
                      <a:r>
                        <a:rPr lang="en-US" dirty="0"/>
                        <a:t>65</a:t>
                      </a:r>
                    </a:p>
                  </a:txBody>
                  <a:tcPr/>
                </a:tc>
                <a:extLst>
                  <a:ext uri="{0D108BD9-81ED-4DB2-BD59-A6C34878D82A}">
                    <a16:rowId xmlns:a16="http://schemas.microsoft.com/office/drawing/2014/main" val="2735336432"/>
                  </a:ext>
                </a:extLst>
              </a:tr>
              <a:tr h="370840">
                <a:tc>
                  <a:txBody>
                    <a:bodyPr/>
                    <a:lstStyle/>
                    <a:p>
                      <a:r>
                        <a:rPr lang="en-US" dirty="0"/>
                        <a:t>10</a:t>
                      </a:r>
                    </a:p>
                  </a:txBody>
                  <a:tcPr/>
                </a:tc>
                <a:tc>
                  <a:txBody>
                    <a:bodyPr/>
                    <a:lstStyle/>
                    <a:p>
                      <a:r>
                        <a:rPr lang="en-US" dirty="0"/>
                        <a:t>Bryson Stott</a:t>
                      </a:r>
                    </a:p>
                  </a:txBody>
                  <a:tcPr anchor="ctr"/>
                </a:tc>
                <a:tc>
                  <a:txBody>
                    <a:bodyPr/>
                    <a:lstStyle/>
                    <a:p>
                      <a:r>
                        <a:rPr lang="en-US" dirty="0"/>
                        <a:t>65</a:t>
                      </a:r>
                    </a:p>
                  </a:txBody>
                  <a:tcPr/>
                </a:tc>
                <a:tc>
                  <a:txBody>
                    <a:bodyPr/>
                    <a:lstStyle/>
                    <a:p>
                      <a:r>
                        <a:rPr lang="en-US" dirty="0"/>
                        <a:t>65</a:t>
                      </a:r>
                    </a:p>
                  </a:txBody>
                  <a:tcPr/>
                </a:tc>
                <a:extLst>
                  <a:ext uri="{0D108BD9-81ED-4DB2-BD59-A6C34878D82A}">
                    <a16:rowId xmlns:a16="http://schemas.microsoft.com/office/drawing/2014/main" val="573191426"/>
                  </a:ext>
                </a:extLst>
              </a:tr>
            </a:tbl>
          </a:graphicData>
        </a:graphic>
      </p:graphicFrame>
    </p:spTree>
    <p:extLst>
      <p:ext uri="{BB962C8B-B14F-4D97-AF65-F5344CB8AC3E}">
        <p14:creationId xmlns:p14="http://schemas.microsoft.com/office/powerpoint/2010/main" val="27593145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2B167F-FB11-2F5E-848F-250061246B9B}"/>
              </a:ext>
            </a:extLst>
          </p:cNvPr>
          <p:cNvPicPr>
            <a:picLocks noChangeAspect="1"/>
          </p:cNvPicPr>
          <p:nvPr/>
        </p:nvPicPr>
        <p:blipFill>
          <a:blip r:embed="rId2"/>
          <a:stretch>
            <a:fillRect/>
          </a:stretch>
        </p:blipFill>
        <p:spPr>
          <a:xfrm>
            <a:off x="2457450" y="571500"/>
            <a:ext cx="7277100" cy="5715000"/>
          </a:xfrm>
          <a:prstGeom prst="rect">
            <a:avLst/>
          </a:prstGeom>
        </p:spPr>
      </p:pic>
      <p:pic>
        <p:nvPicPr>
          <p:cNvPr id="5" name="Picture 4">
            <a:extLst>
              <a:ext uri="{FF2B5EF4-FFF2-40B4-BE49-F238E27FC236}">
                <a16:creationId xmlns:a16="http://schemas.microsoft.com/office/drawing/2014/main" id="{D146EA72-9D03-954A-D082-D4C2BC810F31}"/>
              </a:ext>
            </a:extLst>
          </p:cNvPr>
          <p:cNvPicPr>
            <a:picLocks noChangeAspect="1"/>
          </p:cNvPicPr>
          <p:nvPr/>
        </p:nvPicPr>
        <p:blipFill>
          <a:blip r:embed="rId3"/>
          <a:stretch>
            <a:fillRect/>
          </a:stretch>
        </p:blipFill>
        <p:spPr>
          <a:xfrm>
            <a:off x="-1" y="0"/>
            <a:ext cx="12180755" cy="6858000"/>
          </a:xfrm>
          <a:prstGeom prst="rect">
            <a:avLst/>
          </a:prstGeom>
        </p:spPr>
      </p:pic>
      <p:pic>
        <p:nvPicPr>
          <p:cNvPr id="8" name="Picture 7">
            <a:extLst>
              <a:ext uri="{FF2B5EF4-FFF2-40B4-BE49-F238E27FC236}">
                <a16:creationId xmlns:a16="http://schemas.microsoft.com/office/drawing/2014/main" id="{D3CE12F6-B8F8-AB1C-D445-CD7192F0221E}"/>
              </a:ext>
            </a:extLst>
          </p:cNvPr>
          <p:cNvPicPr>
            <a:picLocks noChangeAspect="1"/>
          </p:cNvPicPr>
          <p:nvPr/>
        </p:nvPicPr>
        <p:blipFill>
          <a:blip r:embed="rId2"/>
          <a:stretch>
            <a:fillRect/>
          </a:stretch>
        </p:blipFill>
        <p:spPr>
          <a:xfrm>
            <a:off x="2965508" y="770999"/>
            <a:ext cx="6769042" cy="5316002"/>
          </a:xfrm>
          <a:prstGeom prst="rect">
            <a:avLst/>
          </a:prstGeom>
        </p:spPr>
      </p:pic>
    </p:spTree>
    <p:extLst>
      <p:ext uri="{BB962C8B-B14F-4D97-AF65-F5344CB8AC3E}">
        <p14:creationId xmlns:p14="http://schemas.microsoft.com/office/powerpoint/2010/main" val="31150792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169D286-F4D7-4C8B-A6BD-D05384C7F1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6">
            <a:extLst>
              <a:ext uri="{FF2B5EF4-FFF2-40B4-BE49-F238E27FC236}">
                <a16:creationId xmlns:a16="http://schemas.microsoft.com/office/drawing/2014/main" id="{39E8235E-135E-4261-8F54-2B316E493C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2164" y="610728"/>
            <a:ext cx="759618"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7">
            <a:extLst>
              <a:ext uri="{FF2B5EF4-FFF2-40B4-BE49-F238E27FC236}">
                <a16:creationId xmlns:a16="http://schemas.microsoft.com/office/drawing/2014/main" id="{D4ED8EC3-4D57-4620-93CE-4E6661F09A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4437" y="343079"/>
            <a:ext cx="482654"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Shape 14">
            <a:extLst>
              <a:ext uri="{FF2B5EF4-FFF2-40B4-BE49-F238E27FC236}">
                <a16:creationId xmlns:a16="http://schemas.microsoft.com/office/drawing/2014/main" id="{83BCB34A-2F40-4F41-8488-A134C1C155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5" y="340424"/>
            <a:ext cx="4630139" cy="5265795"/>
          </a:xfrm>
          <a:custGeom>
            <a:avLst/>
            <a:gdLst>
              <a:gd name="connsiteX0" fmla="*/ 0 w 4630139"/>
              <a:gd name="connsiteY0" fmla="*/ 0 h 5265795"/>
              <a:gd name="connsiteX1" fmla="*/ 4630139 w 4630139"/>
              <a:gd name="connsiteY1" fmla="*/ 0 h 5265795"/>
              <a:gd name="connsiteX2" fmla="*/ 4630139 w 4630139"/>
              <a:gd name="connsiteY2" fmla="*/ 5265795 h 5265795"/>
              <a:gd name="connsiteX3" fmla="*/ 0 w 4630139"/>
              <a:gd name="connsiteY3" fmla="*/ 5265795 h 5265795"/>
            </a:gdLst>
            <a:ahLst/>
            <a:cxnLst>
              <a:cxn ang="0">
                <a:pos x="connsiteX0" y="connsiteY0"/>
              </a:cxn>
              <a:cxn ang="0">
                <a:pos x="connsiteX1" y="connsiteY1"/>
              </a:cxn>
              <a:cxn ang="0">
                <a:pos x="connsiteX2" y="connsiteY2"/>
              </a:cxn>
              <a:cxn ang="0">
                <a:pos x="connsiteX3" y="connsiteY3"/>
              </a:cxn>
            </a:cxnLst>
            <a:rect l="l" t="t" r="r" b="b"/>
            <a:pathLst>
              <a:path w="4630139" h="5265795">
                <a:moveTo>
                  <a:pt x="0" y="0"/>
                </a:moveTo>
                <a:lnTo>
                  <a:pt x="4630139" y="0"/>
                </a:lnTo>
                <a:lnTo>
                  <a:pt x="4630139" y="5265795"/>
                </a:lnTo>
                <a:lnTo>
                  <a:pt x="0" y="526579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3">
            <a:extLst>
              <a:ext uri="{FF2B5EF4-FFF2-40B4-BE49-F238E27FC236}">
                <a16:creationId xmlns:a16="http://schemas.microsoft.com/office/drawing/2014/main" id="{4DA3CB7F-94FB-6617-BD1E-C3F6CEE6BAC3}"/>
              </a:ext>
            </a:extLst>
          </p:cNvPr>
          <p:cNvPicPr>
            <a:picLocks noChangeAspect="1"/>
          </p:cNvPicPr>
          <p:nvPr/>
        </p:nvPicPr>
        <p:blipFill>
          <a:blip r:embed="rId2"/>
          <a:stretch>
            <a:fillRect/>
          </a:stretch>
        </p:blipFill>
        <p:spPr>
          <a:xfrm>
            <a:off x="501896" y="779226"/>
            <a:ext cx="3620255" cy="4388189"/>
          </a:xfrm>
          <a:prstGeom prst="rect">
            <a:avLst/>
          </a:prstGeom>
        </p:spPr>
      </p:pic>
      <p:sp>
        <p:nvSpPr>
          <p:cNvPr id="17" name="Freeform: Shape 16">
            <a:extLst>
              <a:ext uri="{FF2B5EF4-FFF2-40B4-BE49-F238E27FC236}">
                <a16:creationId xmlns:a16="http://schemas.microsoft.com/office/drawing/2014/main" id="{F78382DC-4207-465E-B379-1E16448AA2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1780" y="1071563"/>
            <a:ext cx="7290218" cy="5242298"/>
          </a:xfrm>
          <a:custGeom>
            <a:avLst/>
            <a:gdLst>
              <a:gd name="connsiteX0" fmla="*/ 0 w 7290218"/>
              <a:gd name="connsiteY0" fmla="*/ 0 h 5242298"/>
              <a:gd name="connsiteX1" fmla="*/ 7290218 w 7290218"/>
              <a:gd name="connsiteY1" fmla="*/ 0 h 5242298"/>
              <a:gd name="connsiteX2" fmla="*/ 7290218 w 7290218"/>
              <a:gd name="connsiteY2" fmla="*/ 5242298 h 5242298"/>
              <a:gd name="connsiteX3" fmla="*/ 0 w 7290218"/>
              <a:gd name="connsiteY3" fmla="*/ 5242298 h 5242298"/>
            </a:gdLst>
            <a:ahLst/>
            <a:cxnLst>
              <a:cxn ang="0">
                <a:pos x="connsiteX0" y="connsiteY0"/>
              </a:cxn>
              <a:cxn ang="0">
                <a:pos x="connsiteX1" y="connsiteY1"/>
              </a:cxn>
              <a:cxn ang="0">
                <a:pos x="connsiteX2" y="connsiteY2"/>
              </a:cxn>
              <a:cxn ang="0">
                <a:pos x="connsiteX3" y="connsiteY3"/>
              </a:cxn>
            </a:cxnLst>
            <a:rect l="l" t="t" r="r" b="b"/>
            <a:pathLst>
              <a:path w="7290218" h="5242298">
                <a:moveTo>
                  <a:pt x="0" y="0"/>
                </a:moveTo>
                <a:lnTo>
                  <a:pt x="7290218" y="0"/>
                </a:lnTo>
                <a:lnTo>
                  <a:pt x="7290218" y="5242298"/>
                </a:lnTo>
                <a:lnTo>
                  <a:pt x="0" y="524229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2" name="Picture 1">
            <a:extLst>
              <a:ext uri="{FF2B5EF4-FFF2-40B4-BE49-F238E27FC236}">
                <a16:creationId xmlns:a16="http://schemas.microsoft.com/office/drawing/2014/main" id="{F1BD8601-7195-0808-ADD3-50356E0EAC73}"/>
              </a:ext>
            </a:extLst>
          </p:cNvPr>
          <p:cNvPicPr>
            <a:picLocks noChangeAspect="1"/>
          </p:cNvPicPr>
          <p:nvPr/>
        </p:nvPicPr>
        <p:blipFill>
          <a:blip r:embed="rId3"/>
          <a:stretch>
            <a:fillRect/>
          </a:stretch>
        </p:blipFill>
        <p:spPr>
          <a:xfrm>
            <a:off x="6068391" y="1715030"/>
            <a:ext cx="4974436" cy="3967112"/>
          </a:xfrm>
          <a:prstGeom prst="rect">
            <a:avLst/>
          </a:prstGeom>
        </p:spPr>
      </p:pic>
    </p:spTree>
    <p:extLst>
      <p:ext uri="{BB962C8B-B14F-4D97-AF65-F5344CB8AC3E}">
        <p14:creationId xmlns:p14="http://schemas.microsoft.com/office/powerpoint/2010/main" val="10631961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Color Cover">
            <a:extLst>
              <a:ext uri="{FF2B5EF4-FFF2-40B4-BE49-F238E27FC236}">
                <a16:creationId xmlns:a16="http://schemas.microsoft.com/office/drawing/2014/main" id="{815925C2-A704-4D47-B1C1-3FCA52512E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Color Cover">
            <a:extLst>
              <a:ext uri="{FF2B5EF4-FFF2-40B4-BE49-F238E27FC236}">
                <a16:creationId xmlns:a16="http://schemas.microsoft.com/office/drawing/2014/main" id="{01D4315C-C23C-4FD3-98DF-08C29E2292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5E6B47BC-43FD-4C91-8BFF-B41B99A8A39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064235" cy="6858000"/>
            <a:chOff x="651279" y="598259"/>
            <a:chExt cx="10889442" cy="5680742"/>
          </a:xfrm>
        </p:grpSpPr>
        <p:sp>
          <p:nvSpPr>
            <p:cNvPr id="13" name="Color">
              <a:extLst>
                <a:ext uri="{FF2B5EF4-FFF2-40B4-BE49-F238E27FC236}">
                  <a16:creationId xmlns:a16="http://schemas.microsoft.com/office/drawing/2014/main" id="{13038185-AC3C-4595-945F-25311424C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Color">
              <a:extLst>
                <a:ext uri="{FF2B5EF4-FFF2-40B4-BE49-F238E27FC236}">
                  <a16:creationId xmlns:a16="http://schemas.microsoft.com/office/drawing/2014/main" id="{75D51AA0-C095-4650-A361-B294320BFE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6" name="Group 15">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7" name="Freeform: Shape 16">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3DB443EF-5418-567B-96CE-6788D7251BF7}"/>
              </a:ext>
            </a:extLst>
          </p:cNvPr>
          <p:cNvSpPr>
            <a:spLocks noGrp="1"/>
          </p:cNvSpPr>
          <p:nvPr>
            <p:ph type="title"/>
          </p:nvPr>
        </p:nvSpPr>
        <p:spPr>
          <a:xfrm>
            <a:off x="786385" y="841248"/>
            <a:ext cx="5129600" cy="5340097"/>
          </a:xfrm>
        </p:spPr>
        <p:txBody>
          <a:bodyPr anchor="ctr">
            <a:normAutofit/>
          </a:bodyPr>
          <a:lstStyle/>
          <a:p>
            <a:r>
              <a:rPr lang="en-US" sz="4800">
                <a:solidFill>
                  <a:schemeClr val="bg1"/>
                </a:solidFill>
              </a:rPr>
              <a:t>Predicting wOBA</a:t>
            </a:r>
          </a:p>
        </p:txBody>
      </p:sp>
      <p:sp>
        <p:nvSpPr>
          <p:cNvPr id="3" name="Content Placeholder 2">
            <a:extLst>
              <a:ext uri="{FF2B5EF4-FFF2-40B4-BE49-F238E27FC236}">
                <a16:creationId xmlns:a16="http://schemas.microsoft.com/office/drawing/2014/main" id="{19A410ED-461C-ECDC-B90D-7D9DC3353470}"/>
              </a:ext>
            </a:extLst>
          </p:cNvPr>
          <p:cNvSpPr>
            <a:spLocks noGrp="1"/>
          </p:cNvSpPr>
          <p:nvPr>
            <p:ph idx="1"/>
          </p:nvPr>
        </p:nvSpPr>
        <p:spPr>
          <a:xfrm>
            <a:off x="6464409" y="841247"/>
            <a:ext cx="4941205" cy="5340097"/>
          </a:xfrm>
        </p:spPr>
        <p:txBody>
          <a:bodyPr anchor="ctr">
            <a:normAutofit/>
          </a:bodyPr>
          <a:lstStyle/>
          <a:p>
            <a:pPr marL="0" indent="0">
              <a:buNone/>
            </a:pPr>
            <a:r>
              <a:rPr lang="en-US" sz="3600" b="1" dirty="0">
                <a:solidFill>
                  <a:schemeClr val="tx2"/>
                </a:solidFill>
              </a:rPr>
              <a:t>Using linear regression to predict future </a:t>
            </a:r>
            <a:r>
              <a:rPr lang="en-US" sz="3600" b="1" dirty="0" err="1">
                <a:solidFill>
                  <a:schemeClr val="tx2"/>
                </a:solidFill>
              </a:rPr>
              <a:t>wRC</a:t>
            </a:r>
            <a:r>
              <a:rPr lang="en-US" sz="3600" b="1" dirty="0">
                <a:solidFill>
                  <a:schemeClr val="tx2"/>
                </a:solidFill>
              </a:rPr>
              <a:t>+</a:t>
            </a:r>
          </a:p>
          <a:p>
            <a:pPr marL="457200" lvl="1" indent="0">
              <a:buNone/>
            </a:pPr>
            <a:r>
              <a:rPr lang="en-US" sz="3600" dirty="0">
                <a:solidFill>
                  <a:schemeClr val="tx2"/>
                </a:solidFill>
              </a:rPr>
              <a:t>40% Power Grade</a:t>
            </a:r>
          </a:p>
          <a:p>
            <a:pPr marL="457200" lvl="1" indent="0">
              <a:buNone/>
            </a:pPr>
            <a:r>
              <a:rPr lang="en-US" sz="3600" dirty="0">
                <a:solidFill>
                  <a:schemeClr val="tx2"/>
                </a:solidFill>
              </a:rPr>
              <a:t>28% Decision Grade</a:t>
            </a:r>
          </a:p>
          <a:p>
            <a:pPr marL="457200" lvl="1" indent="0">
              <a:buNone/>
            </a:pPr>
            <a:r>
              <a:rPr lang="en-US" sz="3600" dirty="0">
                <a:solidFill>
                  <a:schemeClr val="tx2"/>
                </a:solidFill>
              </a:rPr>
              <a:t>24% Contact Grade</a:t>
            </a:r>
          </a:p>
          <a:p>
            <a:pPr marL="457200" lvl="1" indent="0">
              <a:buNone/>
            </a:pPr>
            <a:r>
              <a:rPr lang="en-US" sz="3600" dirty="0">
                <a:solidFill>
                  <a:schemeClr val="tx2"/>
                </a:solidFill>
              </a:rPr>
              <a:t>   8% Speed Grade</a:t>
            </a:r>
          </a:p>
        </p:txBody>
      </p:sp>
    </p:spTree>
    <p:extLst>
      <p:ext uri="{BB962C8B-B14F-4D97-AF65-F5344CB8AC3E}">
        <p14:creationId xmlns:p14="http://schemas.microsoft.com/office/powerpoint/2010/main" val="1714014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Table 5">
            <a:extLst>
              <a:ext uri="{FF2B5EF4-FFF2-40B4-BE49-F238E27FC236}">
                <a16:creationId xmlns:a16="http://schemas.microsoft.com/office/drawing/2014/main" id="{F0684246-7439-B0BA-DDAE-AEAFCA47DCE2}"/>
              </a:ext>
            </a:extLst>
          </p:cNvPr>
          <p:cNvGraphicFramePr>
            <a:graphicFrameLocks noGrp="1"/>
          </p:cNvGraphicFramePr>
          <p:nvPr>
            <p:extLst>
              <p:ext uri="{D42A27DB-BD31-4B8C-83A1-F6EECF244321}">
                <p14:modId xmlns:p14="http://schemas.microsoft.com/office/powerpoint/2010/main" val="1014211643"/>
              </p:ext>
            </p:extLst>
          </p:nvPr>
        </p:nvGraphicFramePr>
        <p:xfrm>
          <a:off x="872482" y="643467"/>
          <a:ext cx="10447036" cy="5571068"/>
        </p:xfrm>
        <a:graphic>
          <a:graphicData uri="http://schemas.openxmlformats.org/drawingml/2006/table">
            <a:tbl>
              <a:tblPr firstRow="1" bandRow="1">
                <a:solidFill>
                  <a:schemeClr val="bg1"/>
                </a:solidFill>
                <a:tableStyleId>{5C22544A-7EE6-4342-B048-85BDC9FD1C3A}</a:tableStyleId>
              </a:tblPr>
              <a:tblGrid>
                <a:gridCol w="5315158">
                  <a:extLst>
                    <a:ext uri="{9D8B030D-6E8A-4147-A177-3AD203B41FA5}">
                      <a16:colId xmlns:a16="http://schemas.microsoft.com/office/drawing/2014/main" val="1735444139"/>
                    </a:ext>
                  </a:extLst>
                </a:gridCol>
                <a:gridCol w="5131878">
                  <a:extLst>
                    <a:ext uri="{9D8B030D-6E8A-4147-A177-3AD203B41FA5}">
                      <a16:colId xmlns:a16="http://schemas.microsoft.com/office/drawing/2014/main" val="1537434897"/>
                    </a:ext>
                  </a:extLst>
                </a:gridCol>
              </a:tblGrid>
              <a:tr h="858017">
                <a:tc>
                  <a:txBody>
                    <a:bodyPr/>
                    <a:lstStyle/>
                    <a:p>
                      <a:r>
                        <a:rPr lang="en-US" sz="2800" b="0" cap="none" spc="0">
                          <a:solidFill>
                            <a:schemeClr val="bg1"/>
                          </a:solidFill>
                        </a:rPr>
                        <a:t>Pre-July 2023 Stats</a:t>
                      </a:r>
                    </a:p>
                  </a:txBody>
                  <a:tcPr marL="235652" marR="181271" marT="181271" marB="181271" anchor="ctr">
                    <a:lnL w="19050" cap="flat" cmpd="sng" algn="ctr">
                      <a:solidFill>
                        <a:schemeClr val="tx1"/>
                      </a:solidFill>
                      <a:prstDash val="solid"/>
                    </a:lnL>
                    <a:lnR w="12700" cmpd="sng">
                      <a:noFill/>
                    </a:lnR>
                    <a:lnT w="19050" cap="flat" cmpd="sng" algn="ctr">
                      <a:solidFill>
                        <a:schemeClr val="tx1"/>
                      </a:solidFill>
                      <a:prstDash val="solid"/>
                    </a:lnT>
                    <a:lnB w="38100" cmpd="sng">
                      <a:noFill/>
                    </a:lnB>
                    <a:solidFill>
                      <a:schemeClr val="tx1"/>
                    </a:solidFill>
                  </a:tcPr>
                </a:tc>
                <a:tc>
                  <a:txBody>
                    <a:bodyPr/>
                    <a:lstStyle/>
                    <a:p>
                      <a:r>
                        <a:rPr lang="en-US" sz="2800" b="0" cap="none" spc="0">
                          <a:solidFill>
                            <a:schemeClr val="bg1"/>
                          </a:solidFill>
                        </a:rPr>
                        <a:t>Post July 2023 R</a:t>
                      </a:r>
                      <a:r>
                        <a:rPr lang="en-US" sz="2800" b="0" cap="none" spc="0" baseline="30000">
                          <a:solidFill>
                            <a:schemeClr val="bg1"/>
                          </a:solidFill>
                        </a:rPr>
                        <a:t>2</a:t>
                      </a:r>
                      <a:endParaRPr lang="en-US" sz="2800" b="0" cap="none" spc="0">
                        <a:solidFill>
                          <a:schemeClr val="bg1"/>
                        </a:solidFill>
                      </a:endParaRPr>
                    </a:p>
                  </a:txBody>
                  <a:tcPr marL="235652" marR="181271" marT="181271" marB="181271" anchor="ctr">
                    <a:lnL w="12700" cmpd="sng">
                      <a:noFill/>
                    </a:lnL>
                    <a:lnR w="12700" cmpd="sng">
                      <a:noFill/>
                    </a:lnR>
                    <a:lnT w="19050" cap="flat" cmpd="sng" algn="ctr">
                      <a:solidFill>
                        <a:schemeClr val="tx1"/>
                      </a:solidFill>
                      <a:prstDash val="solid"/>
                    </a:lnT>
                    <a:lnB w="38100" cmpd="sng">
                      <a:noFill/>
                    </a:lnB>
                    <a:solidFill>
                      <a:schemeClr val="tx1"/>
                    </a:solidFill>
                  </a:tcPr>
                </a:tc>
                <a:extLst>
                  <a:ext uri="{0D108BD9-81ED-4DB2-BD59-A6C34878D82A}">
                    <a16:rowId xmlns:a16="http://schemas.microsoft.com/office/drawing/2014/main" val="893463914"/>
                  </a:ext>
                </a:extLst>
              </a:tr>
              <a:tr h="858017">
                <a:tc>
                  <a:txBody>
                    <a:bodyPr/>
                    <a:lstStyle/>
                    <a:p>
                      <a:r>
                        <a:rPr lang="en-US" sz="2800" cap="none" spc="0">
                          <a:solidFill>
                            <a:schemeClr val="tx1"/>
                          </a:solidFill>
                        </a:rPr>
                        <a:t>Tool Grade</a:t>
                      </a:r>
                    </a:p>
                  </a:txBody>
                  <a:tcPr marL="235652" marR="181271" marT="181271" marB="181271">
                    <a:lnL w="19050" cap="flat" cmpd="sng" algn="ctr">
                      <a:solidFill>
                        <a:schemeClr val="tx1"/>
                      </a:solidFill>
                      <a:prstDash val="solid"/>
                    </a:lnL>
                    <a:lnR w="19050" cap="flat" cmpd="sng" algn="ctr">
                      <a:solidFill>
                        <a:schemeClr val="tx1"/>
                      </a:solidFill>
                      <a:prstDash val="solid"/>
                    </a:lnR>
                    <a:lnT w="38100" cmpd="sng">
                      <a:noFill/>
                    </a:lnT>
                    <a:lnB w="6350" cap="flat" cmpd="sng" algn="ctr">
                      <a:solidFill>
                        <a:schemeClr val="tx1">
                          <a:lumMod val="50000"/>
                          <a:lumOff val="50000"/>
                        </a:schemeClr>
                      </a:solidFill>
                      <a:prstDash val="solid"/>
                    </a:lnB>
                    <a:noFill/>
                  </a:tcPr>
                </a:tc>
                <a:tc>
                  <a:txBody>
                    <a:bodyPr/>
                    <a:lstStyle/>
                    <a:p>
                      <a:r>
                        <a:rPr lang="en-US" sz="2800" cap="none" spc="0" dirty="0">
                          <a:solidFill>
                            <a:schemeClr val="tx1"/>
                          </a:solidFill>
                        </a:rPr>
                        <a:t>.21</a:t>
                      </a:r>
                    </a:p>
                  </a:txBody>
                  <a:tcPr marL="235652" marR="181271" marT="181271" marB="181271">
                    <a:lnL w="19050" cap="flat" cmpd="sng" algn="ctr">
                      <a:solidFill>
                        <a:schemeClr val="tx1"/>
                      </a:solidFill>
                      <a:prstDash val="solid"/>
                    </a:lnL>
                    <a:lnR w="19050" cap="flat" cmpd="sng" algn="ctr">
                      <a:solidFill>
                        <a:schemeClr val="tx1"/>
                      </a:solidFill>
                      <a:prstDash val="solid"/>
                    </a:lnR>
                    <a:lnT w="38100" cmpd="sng">
                      <a:noFill/>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157084849"/>
                  </a:ext>
                </a:extLst>
              </a:tr>
              <a:tr h="858017">
                <a:tc>
                  <a:txBody>
                    <a:bodyPr/>
                    <a:lstStyle/>
                    <a:p>
                      <a:r>
                        <a:rPr lang="en-US" sz="2800" cap="none" spc="0">
                          <a:solidFill>
                            <a:schemeClr val="tx1"/>
                          </a:solidFill>
                        </a:rPr>
                        <a:t>Steamer</a:t>
                      </a:r>
                    </a:p>
                  </a:txBody>
                  <a:tcPr marL="235652" marR="181271" marT="181271" marB="181271">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r>
                        <a:rPr lang="en-US" sz="2800" cap="none" spc="0" dirty="0">
                          <a:solidFill>
                            <a:schemeClr val="tx1"/>
                          </a:solidFill>
                        </a:rPr>
                        <a:t>.25</a:t>
                      </a:r>
                    </a:p>
                  </a:txBody>
                  <a:tcPr marL="235652" marR="181271" marT="181271" marB="181271">
                    <a:lnL w="19050" cap="flat" cmpd="sng" algn="ctr">
                      <a:solidFill>
                        <a:schemeClr val="tx1"/>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683953465"/>
                  </a:ext>
                </a:extLst>
              </a:tr>
              <a:tr h="858017">
                <a:tc>
                  <a:txBody>
                    <a:bodyPr/>
                    <a:lstStyle/>
                    <a:p>
                      <a:r>
                        <a:rPr lang="en-US" sz="2800" cap="none" spc="0">
                          <a:solidFill>
                            <a:schemeClr val="tx1"/>
                          </a:solidFill>
                        </a:rPr>
                        <a:t>Process+</a:t>
                      </a:r>
                    </a:p>
                  </a:txBody>
                  <a:tcPr marL="235652" marR="181271" marT="181271" marB="181271">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r>
                        <a:rPr lang="en-US" sz="2800" cap="none" spc="0">
                          <a:solidFill>
                            <a:schemeClr val="tx1"/>
                          </a:solidFill>
                        </a:rPr>
                        <a:t>.18</a:t>
                      </a:r>
                    </a:p>
                  </a:txBody>
                  <a:tcPr marL="235652" marR="181271" marT="181271" marB="181271">
                    <a:lnL w="19050" cap="flat" cmpd="sng" algn="ctr">
                      <a:solidFill>
                        <a:schemeClr val="tx1"/>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750661268"/>
                  </a:ext>
                </a:extLst>
              </a:tr>
              <a:tr h="858017">
                <a:tc>
                  <a:txBody>
                    <a:bodyPr/>
                    <a:lstStyle/>
                    <a:p>
                      <a:r>
                        <a:rPr lang="en-US" sz="2800" cap="none" spc="0" err="1">
                          <a:solidFill>
                            <a:schemeClr val="tx1"/>
                          </a:solidFill>
                        </a:rPr>
                        <a:t>wRC</a:t>
                      </a:r>
                      <a:r>
                        <a:rPr lang="en-US" sz="2800" cap="none" spc="0">
                          <a:solidFill>
                            <a:schemeClr val="tx1"/>
                          </a:solidFill>
                        </a:rPr>
                        <a:t>+</a:t>
                      </a:r>
                    </a:p>
                  </a:txBody>
                  <a:tcPr marL="235652" marR="181271" marT="181271" marB="181271">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r>
                        <a:rPr lang="en-US" sz="2800" cap="none" spc="0">
                          <a:solidFill>
                            <a:schemeClr val="tx1"/>
                          </a:solidFill>
                        </a:rPr>
                        <a:t>.13</a:t>
                      </a:r>
                    </a:p>
                  </a:txBody>
                  <a:tcPr marL="235652" marR="181271" marT="181271" marB="181271">
                    <a:lnL w="19050" cap="flat" cmpd="sng" algn="ctr">
                      <a:solidFill>
                        <a:schemeClr val="tx1"/>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42826981"/>
                  </a:ext>
                </a:extLst>
              </a:tr>
              <a:tr h="1280983">
                <a:tc gridSpan="2">
                  <a:txBody>
                    <a:bodyPr/>
                    <a:lstStyle/>
                    <a:p>
                      <a:r>
                        <a:rPr lang="en-US" sz="2800" cap="none" spc="0" dirty="0">
                          <a:solidFill>
                            <a:schemeClr val="tx1"/>
                          </a:solidFill>
                        </a:rPr>
                        <a:t>Min 500 pitches </a:t>
                      </a:r>
                    </a:p>
                    <a:p>
                      <a:r>
                        <a:rPr lang="en-US" sz="2800" cap="none" spc="0" dirty="0">
                          <a:solidFill>
                            <a:schemeClr val="tx1"/>
                          </a:solidFill>
                        </a:rPr>
                        <a:t>N = 206</a:t>
                      </a:r>
                    </a:p>
                  </a:txBody>
                  <a:tcPr marL="235652" marR="181271" marT="181271" marB="181271">
                    <a:lnL w="19050" cap="flat" cmpd="sng" algn="ctr">
                      <a:solidFill>
                        <a:schemeClr val="tx1"/>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tc hMerge="1">
                  <a:txBody>
                    <a:bodyPr/>
                    <a:lstStyle/>
                    <a:p>
                      <a:endParaRPr lang="en-US" sz="2800"/>
                    </a:p>
                  </a:txBody>
                  <a:tcPr/>
                </a:tc>
                <a:extLst>
                  <a:ext uri="{0D108BD9-81ED-4DB2-BD59-A6C34878D82A}">
                    <a16:rowId xmlns:a16="http://schemas.microsoft.com/office/drawing/2014/main" val="2292634064"/>
                  </a:ext>
                </a:extLst>
              </a:tr>
            </a:tbl>
          </a:graphicData>
        </a:graphic>
      </p:graphicFrame>
    </p:spTree>
    <p:extLst>
      <p:ext uri="{BB962C8B-B14F-4D97-AF65-F5344CB8AC3E}">
        <p14:creationId xmlns:p14="http://schemas.microsoft.com/office/powerpoint/2010/main" val="31804021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F978890-DBCA-7B45-E983-2D1E8265870B}"/>
              </a:ext>
            </a:extLst>
          </p:cNvPr>
          <p:cNvSpPr>
            <a:spLocks noGrp="1"/>
          </p:cNvSpPr>
          <p:nvPr>
            <p:ph type="title"/>
          </p:nvPr>
        </p:nvSpPr>
        <p:spPr>
          <a:xfrm>
            <a:off x="1137034" y="609597"/>
            <a:ext cx="9392421" cy="1330841"/>
          </a:xfrm>
        </p:spPr>
        <p:txBody>
          <a:bodyPr vert="horz" lIns="91440" tIns="45720" rIns="91440" bIns="45720" rtlCol="0" anchor="ctr">
            <a:normAutofit/>
          </a:bodyPr>
          <a:lstStyle/>
          <a:p>
            <a:r>
              <a:rPr lang="en-US" b="1" dirty="0"/>
              <a:t>Pre-July </a:t>
            </a:r>
            <a:r>
              <a:rPr lang="en-US" b="1" kern="1200" dirty="0">
                <a:solidFill>
                  <a:schemeClr val="tx1"/>
                </a:solidFill>
                <a:latin typeface="+mj-lt"/>
                <a:ea typeface="+mj-ea"/>
                <a:cs typeface="+mj-cs"/>
              </a:rPr>
              <a:t>Surplus Value</a:t>
            </a:r>
          </a:p>
        </p:txBody>
      </p:sp>
      <p:sp>
        <p:nvSpPr>
          <p:cNvPr id="6" name="TextBox 5">
            <a:extLst>
              <a:ext uri="{FF2B5EF4-FFF2-40B4-BE49-F238E27FC236}">
                <a16:creationId xmlns:a16="http://schemas.microsoft.com/office/drawing/2014/main" id="{8E9A6939-0F2E-BCE6-E7C9-E33F724E5696}"/>
              </a:ext>
            </a:extLst>
          </p:cNvPr>
          <p:cNvSpPr txBox="1"/>
          <p:nvPr/>
        </p:nvSpPr>
        <p:spPr>
          <a:xfrm>
            <a:off x="873675" y="2334890"/>
            <a:ext cx="4958966" cy="963938"/>
          </a:xfrm>
          <a:prstGeom prst="rect">
            <a:avLst/>
          </a:prstGeom>
        </p:spPr>
        <p:txBody>
          <a:bodyPr vert="horz" lIns="91440" tIns="45720" rIns="91440" bIns="45720" rtlCol="0">
            <a:normAutofit/>
          </a:bodyPr>
          <a:lstStyle/>
          <a:p>
            <a:pPr algn="ctr">
              <a:lnSpc>
                <a:spcPct val="90000"/>
              </a:lnSpc>
              <a:spcAft>
                <a:spcPts val="600"/>
              </a:spcAft>
            </a:pPr>
            <a:r>
              <a:rPr lang="en-US" sz="2800" dirty="0">
                <a:ln w="0"/>
                <a:solidFill>
                  <a:schemeClr val="accent1"/>
                </a:solidFill>
                <a:effectLst>
                  <a:outerShdw blurRad="38100" dist="25400" dir="5400000" algn="ctr" rotWithShape="0">
                    <a:srgbClr val="6E747A">
                      <a:alpha val="43000"/>
                    </a:srgbClr>
                  </a:outerShdw>
                </a:effectLst>
              </a:rPr>
              <a:t>wOBA +/- 30 Points off Expectation from Tool Grade</a:t>
            </a:r>
          </a:p>
        </p:txBody>
      </p:sp>
      <p:pic>
        <p:nvPicPr>
          <p:cNvPr id="7" name="Picture 6">
            <a:extLst>
              <a:ext uri="{FF2B5EF4-FFF2-40B4-BE49-F238E27FC236}">
                <a16:creationId xmlns:a16="http://schemas.microsoft.com/office/drawing/2014/main" id="{52AC80F1-3BB8-B9DF-42C8-72A5EBC4AB21}"/>
              </a:ext>
            </a:extLst>
          </p:cNvPr>
          <p:cNvPicPr>
            <a:picLocks noChangeAspect="1"/>
          </p:cNvPicPr>
          <p:nvPr/>
        </p:nvPicPr>
        <p:blipFill>
          <a:blip r:embed="rId2"/>
          <a:stretch>
            <a:fillRect/>
          </a:stretch>
        </p:blipFill>
        <p:spPr>
          <a:xfrm>
            <a:off x="1044739" y="3298828"/>
            <a:ext cx="4787902" cy="2651760"/>
          </a:xfrm>
          <a:prstGeom prst="rect">
            <a:avLst/>
          </a:prstGeom>
        </p:spPr>
      </p:pic>
      <p:sp>
        <p:nvSpPr>
          <p:cNvPr id="16" name="Freeform: Shape 15">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Snip Diagonal Corner Rectangle 7">
            <a:extLst>
              <a:ext uri="{FF2B5EF4-FFF2-40B4-BE49-F238E27FC236}">
                <a16:creationId xmlns:a16="http://schemas.microsoft.com/office/drawing/2014/main" id="{695C6592-0929-F392-1E14-A8ECA4480F11}"/>
              </a:ext>
            </a:extLst>
          </p:cNvPr>
          <p:cNvSpPr/>
          <p:nvPr/>
        </p:nvSpPr>
        <p:spPr>
          <a:xfrm>
            <a:off x="6877380" y="3232247"/>
            <a:ext cx="4787903" cy="2916017"/>
          </a:xfrm>
          <a:prstGeom prst="snip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endParaRPr>
          </a:p>
        </p:txBody>
      </p:sp>
      <p:sp>
        <p:nvSpPr>
          <p:cNvPr id="9" name="TextBox 8">
            <a:extLst>
              <a:ext uri="{FF2B5EF4-FFF2-40B4-BE49-F238E27FC236}">
                <a16:creationId xmlns:a16="http://schemas.microsoft.com/office/drawing/2014/main" id="{4348D68C-0A02-8A7D-80D9-55402E4E567C}"/>
              </a:ext>
            </a:extLst>
          </p:cNvPr>
          <p:cNvSpPr txBox="1"/>
          <p:nvPr/>
        </p:nvSpPr>
        <p:spPr>
          <a:xfrm>
            <a:off x="7260050" y="3223451"/>
            <a:ext cx="4171950" cy="2554545"/>
          </a:xfrm>
          <a:prstGeom prst="rect">
            <a:avLst/>
          </a:prstGeom>
          <a:noFill/>
        </p:spPr>
        <p:txBody>
          <a:bodyPr wrap="square" rtlCol="0">
            <a:spAutoFit/>
          </a:bodyPr>
          <a:lstStyle/>
          <a:p>
            <a:r>
              <a:rPr lang="en-US" sz="4000" dirty="0">
                <a:solidFill>
                  <a:schemeClr val="bg1"/>
                </a:solidFill>
              </a:rPr>
              <a:t>George Springer</a:t>
            </a:r>
          </a:p>
          <a:p>
            <a:r>
              <a:rPr lang="en-US" sz="4000" dirty="0">
                <a:solidFill>
                  <a:schemeClr val="bg1"/>
                </a:solidFill>
              </a:rPr>
              <a:t>Jesús Sánchez</a:t>
            </a:r>
          </a:p>
          <a:p>
            <a:r>
              <a:rPr lang="en-US" sz="4000" dirty="0" err="1">
                <a:solidFill>
                  <a:schemeClr val="bg1"/>
                </a:solidFill>
              </a:rPr>
              <a:t>Oneil</a:t>
            </a:r>
            <a:r>
              <a:rPr lang="en-US" sz="4000" dirty="0">
                <a:solidFill>
                  <a:schemeClr val="bg1"/>
                </a:solidFill>
              </a:rPr>
              <a:t> Cruz</a:t>
            </a:r>
          </a:p>
          <a:p>
            <a:r>
              <a:rPr lang="en-US" sz="4000" dirty="0">
                <a:solidFill>
                  <a:schemeClr val="bg1"/>
                </a:solidFill>
              </a:rPr>
              <a:t>Manuel Margot</a:t>
            </a:r>
          </a:p>
        </p:txBody>
      </p:sp>
      <p:sp>
        <p:nvSpPr>
          <p:cNvPr id="15" name="Rectangle 14">
            <a:extLst>
              <a:ext uri="{FF2B5EF4-FFF2-40B4-BE49-F238E27FC236}">
                <a16:creationId xmlns:a16="http://schemas.microsoft.com/office/drawing/2014/main" id="{1205ABD6-D44F-2750-63D5-F0BEA4FF20BF}"/>
              </a:ext>
            </a:extLst>
          </p:cNvPr>
          <p:cNvSpPr/>
          <p:nvPr/>
        </p:nvSpPr>
        <p:spPr>
          <a:xfrm>
            <a:off x="6905718" y="1387132"/>
            <a:ext cx="4213206" cy="1754326"/>
          </a:xfrm>
          <a:prstGeom prst="rect">
            <a:avLst/>
          </a:prstGeom>
          <a:noFill/>
        </p:spPr>
        <p:txBody>
          <a:bodyPr wrap="none" lIns="91440" tIns="45720" rIns="91440" bIns="45720">
            <a:spAutoFit/>
          </a:bodyPr>
          <a:lstStyle/>
          <a:p>
            <a:pPr algn="ctr"/>
            <a:r>
              <a:rPr lang="en-US" sz="5400" b="1" dirty="0">
                <a:ln w="6600">
                  <a:solidFill>
                    <a:schemeClr val="accent2"/>
                  </a:solidFill>
                  <a:prstDash val="solid"/>
                </a:ln>
                <a:solidFill>
                  <a:srgbClr val="FFFFFF"/>
                </a:solidFill>
                <a:effectLst>
                  <a:outerShdw dist="38100" dir="2700000" algn="tl" rotWithShape="0">
                    <a:schemeClr val="accent2"/>
                  </a:outerShdw>
                </a:effectLst>
              </a:rPr>
              <a:t>2024 Players</a:t>
            </a:r>
          </a:p>
          <a:p>
            <a:pPr algn="ctr"/>
            <a:r>
              <a:rPr lang="en-US" sz="5400" b="1" dirty="0">
                <a:ln w="6600">
                  <a:solidFill>
                    <a:schemeClr val="accent2"/>
                  </a:solidFill>
                  <a:prstDash val="solid"/>
                </a:ln>
                <a:solidFill>
                  <a:srgbClr val="FFFFFF"/>
                </a:solidFill>
                <a:effectLst>
                  <a:outerShdw dist="38100" dir="2700000" algn="tl" rotWithShape="0">
                    <a:schemeClr val="accent2"/>
                  </a:outerShdw>
                </a:effectLst>
              </a:rPr>
              <a:t> to Watch</a:t>
            </a:r>
          </a:p>
        </p:txBody>
      </p:sp>
      <p:sp>
        <p:nvSpPr>
          <p:cNvPr id="17" name="Frame 16">
            <a:extLst>
              <a:ext uri="{FF2B5EF4-FFF2-40B4-BE49-F238E27FC236}">
                <a16:creationId xmlns:a16="http://schemas.microsoft.com/office/drawing/2014/main" id="{388B26D9-2142-2D58-858F-B07B239AD746}"/>
              </a:ext>
            </a:extLst>
          </p:cNvPr>
          <p:cNvSpPr/>
          <p:nvPr/>
        </p:nvSpPr>
        <p:spPr>
          <a:xfrm>
            <a:off x="873675" y="2061836"/>
            <a:ext cx="4958966" cy="3888752"/>
          </a:xfrm>
          <a:prstGeom prst="frame">
            <a:avLst>
              <a:gd name="adj1" fmla="val 368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4761489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8953E74-D241-4DDF-8508-F0365EA13A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5C3C901A-B2F4-4A3C-BCDD-7C8D587ECA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12192000" cy="2371134"/>
          </a:xfrm>
          <a:custGeom>
            <a:avLst/>
            <a:gdLst>
              <a:gd name="connsiteX0" fmla="*/ 0 w 12192000"/>
              <a:gd name="connsiteY0" fmla="*/ 0 h 2515690"/>
              <a:gd name="connsiteX1" fmla="*/ 170442 w 12192000"/>
              <a:gd name="connsiteY1" fmla="*/ 96074 h 2515690"/>
              <a:gd name="connsiteX2" fmla="*/ 424739 w 12192000"/>
              <a:gd name="connsiteY2" fmla="*/ 224865 h 2515690"/>
              <a:gd name="connsiteX3" fmla="*/ 748273 w 12192000"/>
              <a:gd name="connsiteY3" fmla="*/ 373939 h 2515690"/>
              <a:gd name="connsiteX4" fmla="*/ 1037058 w 12192000"/>
              <a:gd name="connsiteY4" fmla="*/ 499994 h 2515690"/>
              <a:gd name="connsiteX5" fmla="*/ 1101312 w 12192000"/>
              <a:gd name="connsiteY5" fmla="*/ 428540 h 2515690"/>
              <a:gd name="connsiteX6" fmla="*/ 1367071 w 12192000"/>
              <a:gd name="connsiteY6" fmla="*/ 516118 h 2515690"/>
              <a:gd name="connsiteX7" fmla="*/ 2189943 w 12192000"/>
              <a:gd name="connsiteY7" fmla="*/ 794533 h 2515690"/>
              <a:gd name="connsiteX8" fmla="*/ 2390329 w 12192000"/>
              <a:gd name="connsiteY8" fmla="*/ 920897 h 2515690"/>
              <a:gd name="connsiteX9" fmla="*/ 2459570 w 12192000"/>
              <a:gd name="connsiteY9" fmla="*/ 983740 h 2515690"/>
              <a:gd name="connsiteX10" fmla="*/ 2503252 w 12192000"/>
              <a:gd name="connsiteY10" fmla="*/ 1000151 h 2515690"/>
              <a:gd name="connsiteX11" fmla="*/ 2503252 w 12192000"/>
              <a:gd name="connsiteY11" fmla="*/ 1008273 h 2515690"/>
              <a:gd name="connsiteX12" fmla="*/ 2511191 w 12192000"/>
              <a:gd name="connsiteY12" fmla="*/ 1009499 h 2515690"/>
              <a:gd name="connsiteX13" fmla="*/ 2565029 w 12192000"/>
              <a:gd name="connsiteY13" fmla="*/ 1015977 h 2515690"/>
              <a:gd name="connsiteX14" fmla="*/ 2593745 w 12192000"/>
              <a:gd name="connsiteY14" fmla="*/ 1019963 h 2515690"/>
              <a:gd name="connsiteX15" fmla="*/ 2591015 w 12192000"/>
              <a:gd name="connsiteY15" fmla="*/ 1019651 h 2515690"/>
              <a:gd name="connsiteX16" fmla="*/ 2590137 w 12192000"/>
              <a:gd name="connsiteY16" fmla="*/ 1019549 h 2515690"/>
              <a:gd name="connsiteX17" fmla="*/ 2589021 w 12192000"/>
              <a:gd name="connsiteY17" fmla="*/ 1019424 h 2515690"/>
              <a:gd name="connsiteX18" fmla="*/ 2591015 w 12192000"/>
              <a:gd name="connsiteY18" fmla="*/ 1019651 h 2515690"/>
              <a:gd name="connsiteX19" fmla="*/ 2602385 w 12192000"/>
              <a:gd name="connsiteY19" fmla="*/ 1020975 h 2515690"/>
              <a:gd name="connsiteX20" fmla="*/ 2614445 w 12192000"/>
              <a:gd name="connsiteY20" fmla="*/ 1022389 h 2515690"/>
              <a:gd name="connsiteX21" fmla="*/ 2614445 w 12192000"/>
              <a:gd name="connsiteY21" fmla="*/ 1020966 h 2515690"/>
              <a:gd name="connsiteX22" fmla="*/ 2676661 w 12192000"/>
              <a:gd name="connsiteY22" fmla="*/ 1029355 h 2515690"/>
              <a:gd name="connsiteX23" fmla="*/ 2788597 w 12192000"/>
              <a:gd name="connsiteY23" fmla="*/ 1048926 h 2515690"/>
              <a:gd name="connsiteX24" fmla="*/ 2812742 w 12192000"/>
              <a:gd name="connsiteY24" fmla="*/ 1057667 h 2515690"/>
              <a:gd name="connsiteX25" fmla="*/ 2970201 w 12192000"/>
              <a:gd name="connsiteY25" fmla="*/ 949091 h 2515690"/>
              <a:gd name="connsiteX26" fmla="*/ 3030610 w 12192000"/>
              <a:gd name="connsiteY26" fmla="*/ 1049340 h 2515690"/>
              <a:gd name="connsiteX27" fmla="*/ 3058913 w 12192000"/>
              <a:gd name="connsiteY27" fmla="*/ 1048085 h 2515690"/>
              <a:gd name="connsiteX28" fmla="*/ 3072697 w 12192000"/>
              <a:gd name="connsiteY28" fmla="*/ 1045316 h 2515690"/>
              <a:gd name="connsiteX29" fmla="*/ 3083305 w 12192000"/>
              <a:gd name="connsiteY29" fmla="*/ 1040550 h 2515690"/>
              <a:gd name="connsiteX30" fmla="*/ 3125603 w 12192000"/>
              <a:gd name="connsiteY30" fmla="*/ 1004583 h 2515690"/>
              <a:gd name="connsiteX31" fmla="*/ 3385106 w 12192000"/>
              <a:gd name="connsiteY31" fmla="*/ 1042233 h 2515690"/>
              <a:gd name="connsiteX32" fmla="*/ 3424945 w 12192000"/>
              <a:gd name="connsiteY32" fmla="*/ 1065268 h 2515690"/>
              <a:gd name="connsiteX33" fmla="*/ 3436948 w 12192000"/>
              <a:gd name="connsiteY33" fmla="*/ 1068018 h 2515690"/>
              <a:gd name="connsiteX34" fmla="*/ 3466714 w 12192000"/>
              <a:gd name="connsiteY34" fmla="*/ 1063419 h 2515690"/>
              <a:gd name="connsiteX35" fmla="*/ 3550909 w 12192000"/>
              <a:gd name="connsiteY35" fmla="*/ 1044511 h 2515690"/>
              <a:gd name="connsiteX36" fmla="*/ 3555900 w 12192000"/>
              <a:gd name="connsiteY36" fmla="*/ 1041996 h 2515690"/>
              <a:gd name="connsiteX37" fmla="*/ 3625978 w 12192000"/>
              <a:gd name="connsiteY37" fmla="*/ 1023459 h 2515690"/>
              <a:gd name="connsiteX38" fmla="*/ 3632465 w 12192000"/>
              <a:gd name="connsiteY38" fmla="*/ 1023522 h 2515690"/>
              <a:gd name="connsiteX39" fmla="*/ 3649063 w 12192000"/>
              <a:gd name="connsiteY39" fmla="*/ 1018726 h 2515690"/>
              <a:gd name="connsiteX40" fmla="*/ 3805954 w 12192000"/>
              <a:gd name="connsiteY40" fmla="*/ 917517 h 2515690"/>
              <a:gd name="connsiteX41" fmla="*/ 4020506 w 12192000"/>
              <a:gd name="connsiteY41" fmla="*/ 816231 h 2515690"/>
              <a:gd name="connsiteX42" fmla="*/ 4233682 w 12192000"/>
              <a:gd name="connsiteY42" fmla="*/ 799511 h 2515690"/>
              <a:gd name="connsiteX43" fmla="*/ 4306552 w 12192000"/>
              <a:gd name="connsiteY43" fmla="*/ 610207 h 2515690"/>
              <a:gd name="connsiteX44" fmla="*/ 4816604 w 12192000"/>
              <a:gd name="connsiteY44" fmla="*/ 773163 h 2515690"/>
              <a:gd name="connsiteX45" fmla="*/ 4916502 w 12192000"/>
              <a:gd name="connsiteY45" fmla="*/ 788104 h 2515690"/>
              <a:gd name="connsiteX46" fmla="*/ 5224415 w 12192000"/>
              <a:gd name="connsiteY46" fmla="*/ 674418 h 2515690"/>
              <a:gd name="connsiteX47" fmla="*/ 5274077 w 12192000"/>
              <a:gd name="connsiteY47" fmla="*/ 655978 h 2515690"/>
              <a:gd name="connsiteX48" fmla="*/ 5371217 w 12192000"/>
              <a:gd name="connsiteY48" fmla="*/ 614372 h 2515690"/>
              <a:gd name="connsiteX49" fmla="*/ 5364523 w 12192000"/>
              <a:gd name="connsiteY49" fmla="*/ 502501 h 2515690"/>
              <a:gd name="connsiteX50" fmla="*/ 5457871 w 12192000"/>
              <a:gd name="connsiteY50" fmla="*/ 558285 h 2515690"/>
              <a:gd name="connsiteX51" fmla="*/ 5750580 w 12192000"/>
              <a:gd name="connsiteY51" fmla="*/ 663503 h 2515690"/>
              <a:gd name="connsiteX52" fmla="*/ 5976618 w 12192000"/>
              <a:gd name="connsiteY52" fmla="*/ 582652 h 2515690"/>
              <a:gd name="connsiteX53" fmla="*/ 6009346 w 12192000"/>
              <a:gd name="connsiteY53" fmla="*/ 559470 h 2515690"/>
              <a:gd name="connsiteX54" fmla="*/ 6069735 w 12192000"/>
              <a:gd name="connsiteY54" fmla="*/ 587803 h 2515690"/>
              <a:gd name="connsiteX55" fmla="*/ 6270319 w 12192000"/>
              <a:gd name="connsiteY55" fmla="*/ 643982 h 2515690"/>
              <a:gd name="connsiteX56" fmla="*/ 6406781 w 12192000"/>
              <a:gd name="connsiteY56" fmla="*/ 672327 h 2515690"/>
              <a:gd name="connsiteX57" fmla="*/ 6469508 w 12192000"/>
              <a:gd name="connsiteY57" fmla="*/ 708574 h 2515690"/>
              <a:gd name="connsiteX58" fmla="*/ 6515869 w 12192000"/>
              <a:gd name="connsiteY58" fmla="*/ 715738 h 2515690"/>
              <a:gd name="connsiteX59" fmla="*/ 6725938 w 12192000"/>
              <a:gd name="connsiteY59" fmla="*/ 691128 h 2515690"/>
              <a:gd name="connsiteX60" fmla="*/ 6778240 w 12192000"/>
              <a:gd name="connsiteY60" fmla="*/ 678998 h 2515690"/>
              <a:gd name="connsiteX61" fmla="*/ 6806944 w 12192000"/>
              <a:gd name="connsiteY61" fmla="*/ 646178 h 2515690"/>
              <a:gd name="connsiteX62" fmla="*/ 6830632 w 12192000"/>
              <a:gd name="connsiteY62" fmla="*/ 633915 h 2515690"/>
              <a:gd name="connsiteX63" fmla="*/ 6858072 w 12192000"/>
              <a:gd name="connsiteY63" fmla="*/ 646178 h 2515690"/>
              <a:gd name="connsiteX64" fmla="*/ 6891322 w 12192000"/>
              <a:gd name="connsiteY64" fmla="*/ 678998 h 2515690"/>
              <a:gd name="connsiteX65" fmla="*/ 6951905 w 12192000"/>
              <a:gd name="connsiteY65" fmla="*/ 691128 h 2515690"/>
              <a:gd name="connsiteX66" fmla="*/ 7195246 w 12192000"/>
              <a:gd name="connsiteY66" fmla="*/ 715738 h 2515690"/>
              <a:gd name="connsiteX67" fmla="*/ 7248949 w 12192000"/>
              <a:gd name="connsiteY67" fmla="*/ 708574 h 2515690"/>
              <a:gd name="connsiteX68" fmla="*/ 7321609 w 12192000"/>
              <a:gd name="connsiteY68" fmla="*/ 672327 h 2515690"/>
              <a:gd name="connsiteX69" fmla="*/ 7479684 w 12192000"/>
              <a:gd name="connsiteY69" fmla="*/ 643982 h 2515690"/>
              <a:gd name="connsiteX70" fmla="*/ 7712035 w 12192000"/>
              <a:gd name="connsiteY70" fmla="*/ 587803 h 2515690"/>
              <a:gd name="connsiteX71" fmla="*/ 7781987 w 12192000"/>
              <a:gd name="connsiteY71" fmla="*/ 559470 h 2515690"/>
              <a:gd name="connsiteX72" fmla="*/ 7819900 w 12192000"/>
              <a:gd name="connsiteY72" fmla="*/ 582652 h 2515690"/>
              <a:gd name="connsiteX73" fmla="*/ 8081736 w 12192000"/>
              <a:gd name="connsiteY73" fmla="*/ 663503 h 2515690"/>
              <a:gd name="connsiteX74" fmla="*/ 8420801 w 12192000"/>
              <a:gd name="connsiteY74" fmla="*/ 558285 h 2515690"/>
              <a:gd name="connsiteX75" fmla="*/ 8528933 w 12192000"/>
              <a:gd name="connsiteY75" fmla="*/ 502501 h 2515690"/>
              <a:gd name="connsiteX76" fmla="*/ 8521178 w 12192000"/>
              <a:gd name="connsiteY76" fmla="*/ 614372 h 2515690"/>
              <a:gd name="connsiteX77" fmla="*/ 8633702 w 12192000"/>
              <a:gd name="connsiteY77" fmla="*/ 655978 h 2515690"/>
              <a:gd name="connsiteX78" fmla="*/ 8691231 w 12192000"/>
              <a:gd name="connsiteY78" fmla="*/ 674418 h 2515690"/>
              <a:gd name="connsiteX79" fmla="*/ 9047908 w 12192000"/>
              <a:gd name="connsiteY79" fmla="*/ 788104 h 2515690"/>
              <a:gd name="connsiteX80" fmla="*/ 9163628 w 12192000"/>
              <a:gd name="connsiteY80" fmla="*/ 773163 h 2515690"/>
              <a:gd name="connsiteX81" fmla="*/ 9754459 w 12192000"/>
              <a:gd name="connsiteY81" fmla="*/ 610207 h 2515690"/>
              <a:gd name="connsiteX82" fmla="*/ 9838868 w 12192000"/>
              <a:gd name="connsiteY82" fmla="*/ 799511 h 2515690"/>
              <a:gd name="connsiteX83" fmla="*/ 10085808 w 12192000"/>
              <a:gd name="connsiteY83" fmla="*/ 816231 h 2515690"/>
              <a:gd name="connsiteX84" fmla="*/ 10334338 w 12192000"/>
              <a:gd name="connsiteY84" fmla="*/ 917517 h 2515690"/>
              <a:gd name="connsiteX85" fmla="*/ 10516076 w 12192000"/>
              <a:gd name="connsiteY85" fmla="*/ 1018726 h 2515690"/>
              <a:gd name="connsiteX86" fmla="*/ 10535302 w 12192000"/>
              <a:gd name="connsiteY86" fmla="*/ 1023522 h 2515690"/>
              <a:gd name="connsiteX87" fmla="*/ 10542819 w 12192000"/>
              <a:gd name="connsiteY87" fmla="*/ 1023458 h 2515690"/>
              <a:gd name="connsiteX88" fmla="*/ 10623994 w 12192000"/>
              <a:gd name="connsiteY88" fmla="*/ 1041996 h 2515690"/>
              <a:gd name="connsiteX89" fmla="*/ 10629774 w 12192000"/>
              <a:gd name="connsiteY89" fmla="*/ 1044511 h 2515690"/>
              <a:gd name="connsiteX90" fmla="*/ 10727305 w 12192000"/>
              <a:gd name="connsiteY90" fmla="*/ 1063419 h 2515690"/>
              <a:gd name="connsiteX91" fmla="*/ 10761785 w 12192000"/>
              <a:gd name="connsiteY91" fmla="*/ 1068017 h 2515690"/>
              <a:gd name="connsiteX92" fmla="*/ 10775688 w 12192000"/>
              <a:gd name="connsiteY92" fmla="*/ 1065268 h 2515690"/>
              <a:gd name="connsiteX93" fmla="*/ 10821837 w 12192000"/>
              <a:gd name="connsiteY93" fmla="*/ 1042232 h 2515690"/>
              <a:gd name="connsiteX94" fmla="*/ 11122438 w 12192000"/>
              <a:gd name="connsiteY94" fmla="*/ 1004583 h 2515690"/>
              <a:gd name="connsiteX95" fmla="*/ 11171433 w 12192000"/>
              <a:gd name="connsiteY95" fmla="*/ 1040550 h 2515690"/>
              <a:gd name="connsiteX96" fmla="*/ 11183724 w 12192000"/>
              <a:gd name="connsiteY96" fmla="*/ 1045316 h 2515690"/>
              <a:gd name="connsiteX97" fmla="*/ 11199690 w 12192000"/>
              <a:gd name="connsiteY97" fmla="*/ 1048085 h 2515690"/>
              <a:gd name="connsiteX98" fmla="*/ 11232475 w 12192000"/>
              <a:gd name="connsiteY98" fmla="*/ 1049340 h 2515690"/>
              <a:gd name="connsiteX99" fmla="*/ 11302451 w 12192000"/>
              <a:gd name="connsiteY99" fmla="*/ 949091 h 2515690"/>
              <a:gd name="connsiteX100" fmla="*/ 11484849 w 12192000"/>
              <a:gd name="connsiteY100" fmla="*/ 1057667 h 2515690"/>
              <a:gd name="connsiteX101" fmla="*/ 11512818 w 12192000"/>
              <a:gd name="connsiteY101" fmla="*/ 1048926 h 2515690"/>
              <a:gd name="connsiteX102" fmla="*/ 11642481 w 12192000"/>
              <a:gd name="connsiteY102" fmla="*/ 1029355 h 2515690"/>
              <a:gd name="connsiteX103" fmla="*/ 11714551 w 12192000"/>
              <a:gd name="connsiteY103" fmla="*/ 1020966 h 2515690"/>
              <a:gd name="connsiteX104" fmla="*/ 11714551 w 12192000"/>
              <a:gd name="connsiteY104" fmla="*/ 1022389 h 2515690"/>
              <a:gd name="connsiteX105" fmla="*/ 11728519 w 12192000"/>
              <a:gd name="connsiteY105" fmla="*/ 1020975 h 2515690"/>
              <a:gd name="connsiteX106" fmla="*/ 11741691 w 12192000"/>
              <a:gd name="connsiteY106" fmla="*/ 1019651 h 2515690"/>
              <a:gd name="connsiteX107" fmla="*/ 11743999 w 12192000"/>
              <a:gd name="connsiteY107" fmla="*/ 1019424 h 2515690"/>
              <a:gd name="connsiteX108" fmla="*/ 11742709 w 12192000"/>
              <a:gd name="connsiteY108" fmla="*/ 1019549 h 2515690"/>
              <a:gd name="connsiteX109" fmla="*/ 11741691 w 12192000"/>
              <a:gd name="connsiteY109" fmla="*/ 1019651 h 2515690"/>
              <a:gd name="connsiteX110" fmla="*/ 11738529 w 12192000"/>
              <a:gd name="connsiteY110" fmla="*/ 1019963 h 2515690"/>
              <a:gd name="connsiteX111" fmla="*/ 11771791 w 12192000"/>
              <a:gd name="connsiteY111" fmla="*/ 1015977 h 2515690"/>
              <a:gd name="connsiteX112" fmla="*/ 11834157 w 12192000"/>
              <a:gd name="connsiteY112" fmla="*/ 1009499 h 2515690"/>
              <a:gd name="connsiteX113" fmla="*/ 11843354 w 12192000"/>
              <a:gd name="connsiteY113" fmla="*/ 1008273 h 2515690"/>
              <a:gd name="connsiteX114" fmla="*/ 11843354 w 12192000"/>
              <a:gd name="connsiteY114" fmla="*/ 1000151 h 2515690"/>
              <a:gd name="connsiteX115" fmla="*/ 11893955 w 12192000"/>
              <a:gd name="connsiteY115" fmla="*/ 983740 h 2515690"/>
              <a:gd name="connsiteX116" fmla="*/ 11974160 w 12192000"/>
              <a:gd name="connsiteY116" fmla="*/ 920897 h 2515690"/>
              <a:gd name="connsiteX117" fmla="*/ 12143531 w 12192000"/>
              <a:gd name="connsiteY117" fmla="*/ 823664 h 2515690"/>
              <a:gd name="connsiteX118" fmla="*/ 12192000 w 12192000"/>
              <a:gd name="connsiteY118" fmla="*/ 801163 h 2515690"/>
              <a:gd name="connsiteX119" fmla="*/ 12192000 w 12192000"/>
              <a:gd name="connsiteY119" fmla="*/ 2515690 h 2515690"/>
              <a:gd name="connsiteX120" fmla="*/ 0 w 12192000"/>
              <a:gd name="connsiteY120" fmla="*/ 2515690 h 2515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2192000" h="2515690">
                <a:moveTo>
                  <a:pt x="0" y="0"/>
                </a:moveTo>
                <a:lnTo>
                  <a:pt x="170442" y="96074"/>
                </a:lnTo>
                <a:cubicBezTo>
                  <a:pt x="323315" y="179510"/>
                  <a:pt x="418777" y="223899"/>
                  <a:pt x="424739" y="224865"/>
                </a:cubicBezTo>
                <a:cubicBezTo>
                  <a:pt x="573781" y="248496"/>
                  <a:pt x="654649" y="314572"/>
                  <a:pt x="748273" y="373939"/>
                </a:cubicBezTo>
                <a:cubicBezTo>
                  <a:pt x="830321" y="425631"/>
                  <a:pt x="917271" y="480784"/>
                  <a:pt x="1037058" y="499994"/>
                </a:cubicBezTo>
                <a:cubicBezTo>
                  <a:pt x="1195925" y="525362"/>
                  <a:pt x="1048105" y="445478"/>
                  <a:pt x="1101312" y="428540"/>
                </a:cubicBezTo>
                <a:cubicBezTo>
                  <a:pt x="1188473" y="458169"/>
                  <a:pt x="1274625" y="505369"/>
                  <a:pt x="1367071" y="516118"/>
                </a:cubicBezTo>
                <a:cubicBezTo>
                  <a:pt x="1701323" y="554463"/>
                  <a:pt x="1964451" y="648887"/>
                  <a:pt x="2189943" y="794533"/>
                </a:cubicBezTo>
                <a:cubicBezTo>
                  <a:pt x="2255082" y="836300"/>
                  <a:pt x="2357481" y="862342"/>
                  <a:pt x="2390329" y="920897"/>
                </a:cubicBezTo>
                <a:cubicBezTo>
                  <a:pt x="2406050" y="949359"/>
                  <a:pt x="2430126" y="969285"/>
                  <a:pt x="2459570" y="983740"/>
                </a:cubicBezTo>
                <a:lnTo>
                  <a:pt x="2503252" y="1000151"/>
                </a:lnTo>
                <a:lnTo>
                  <a:pt x="2503252" y="1008273"/>
                </a:lnTo>
                <a:lnTo>
                  <a:pt x="2511191" y="1009499"/>
                </a:lnTo>
                <a:cubicBezTo>
                  <a:pt x="2529847" y="1011974"/>
                  <a:pt x="2562849" y="1015701"/>
                  <a:pt x="2565029" y="1015977"/>
                </a:cubicBezTo>
                <a:cubicBezTo>
                  <a:pt x="2610845" y="1021778"/>
                  <a:pt x="2601577" y="1020837"/>
                  <a:pt x="2593745" y="1019963"/>
                </a:cubicBezTo>
                <a:lnTo>
                  <a:pt x="2591015" y="1019651"/>
                </a:lnTo>
                <a:lnTo>
                  <a:pt x="2590137" y="1019549"/>
                </a:lnTo>
                <a:cubicBezTo>
                  <a:pt x="2588203" y="1019326"/>
                  <a:pt x="2588125" y="1019321"/>
                  <a:pt x="2589021" y="1019424"/>
                </a:cubicBezTo>
                <a:lnTo>
                  <a:pt x="2591015" y="1019651"/>
                </a:lnTo>
                <a:lnTo>
                  <a:pt x="2602385" y="1020975"/>
                </a:lnTo>
                <a:lnTo>
                  <a:pt x="2614445" y="1022389"/>
                </a:lnTo>
                <a:lnTo>
                  <a:pt x="2614445" y="1020966"/>
                </a:lnTo>
                <a:lnTo>
                  <a:pt x="2676661" y="1029355"/>
                </a:lnTo>
                <a:cubicBezTo>
                  <a:pt x="2715592" y="1034194"/>
                  <a:pt x="2753901" y="1039695"/>
                  <a:pt x="2788597" y="1048926"/>
                </a:cubicBezTo>
                <a:lnTo>
                  <a:pt x="2812742" y="1057667"/>
                </a:lnTo>
                <a:lnTo>
                  <a:pt x="2970201" y="949091"/>
                </a:lnTo>
                <a:cubicBezTo>
                  <a:pt x="3052785" y="982961"/>
                  <a:pt x="2996105" y="1020057"/>
                  <a:pt x="3030610" y="1049340"/>
                </a:cubicBezTo>
                <a:cubicBezTo>
                  <a:pt x="3039005" y="1048442"/>
                  <a:pt x="3049621" y="1048500"/>
                  <a:pt x="3058913" y="1048085"/>
                </a:cubicBezTo>
                <a:lnTo>
                  <a:pt x="3072697" y="1045316"/>
                </a:lnTo>
                <a:lnTo>
                  <a:pt x="3083305" y="1040550"/>
                </a:lnTo>
                <a:lnTo>
                  <a:pt x="3125603" y="1004583"/>
                </a:lnTo>
                <a:cubicBezTo>
                  <a:pt x="3221669" y="925596"/>
                  <a:pt x="3242489" y="937564"/>
                  <a:pt x="3385106" y="1042233"/>
                </a:cubicBezTo>
                <a:cubicBezTo>
                  <a:pt x="3399403" y="1052670"/>
                  <a:pt x="3412529" y="1060209"/>
                  <a:pt x="3424945" y="1065268"/>
                </a:cubicBezTo>
                <a:lnTo>
                  <a:pt x="3436948" y="1068018"/>
                </a:lnTo>
                <a:lnTo>
                  <a:pt x="3466714" y="1063419"/>
                </a:lnTo>
                <a:lnTo>
                  <a:pt x="3550909" y="1044511"/>
                </a:lnTo>
                <a:lnTo>
                  <a:pt x="3555900" y="1041996"/>
                </a:lnTo>
                <a:cubicBezTo>
                  <a:pt x="3573827" y="1033454"/>
                  <a:pt x="3594382" y="1025941"/>
                  <a:pt x="3625978" y="1023459"/>
                </a:cubicBezTo>
                <a:lnTo>
                  <a:pt x="3632465" y="1023522"/>
                </a:lnTo>
                <a:lnTo>
                  <a:pt x="3649063" y="1018726"/>
                </a:lnTo>
                <a:cubicBezTo>
                  <a:pt x="3741849" y="989371"/>
                  <a:pt x="3810578" y="953657"/>
                  <a:pt x="3805954" y="917517"/>
                </a:cubicBezTo>
                <a:cubicBezTo>
                  <a:pt x="4031729" y="953901"/>
                  <a:pt x="4031729" y="953901"/>
                  <a:pt x="4020506" y="816231"/>
                </a:cubicBezTo>
                <a:cubicBezTo>
                  <a:pt x="4171643" y="865324"/>
                  <a:pt x="4206308" y="864422"/>
                  <a:pt x="4233682" y="799511"/>
                </a:cubicBezTo>
                <a:cubicBezTo>
                  <a:pt x="4260226" y="737017"/>
                  <a:pt x="4254728" y="668575"/>
                  <a:pt x="4306552" y="610207"/>
                </a:cubicBezTo>
                <a:cubicBezTo>
                  <a:pt x="4495313" y="657923"/>
                  <a:pt x="4699922" y="667347"/>
                  <a:pt x="4816604" y="773163"/>
                </a:cubicBezTo>
                <a:cubicBezTo>
                  <a:pt x="4834734" y="789836"/>
                  <a:pt x="4890507" y="799946"/>
                  <a:pt x="4916502" y="788104"/>
                </a:cubicBezTo>
                <a:cubicBezTo>
                  <a:pt x="5013526" y="746101"/>
                  <a:pt x="5238129" y="796871"/>
                  <a:pt x="5224415" y="674418"/>
                </a:cubicBezTo>
                <a:cubicBezTo>
                  <a:pt x="5223051" y="659300"/>
                  <a:pt x="5240524" y="644890"/>
                  <a:pt x="5274077" y="655978"/>
                </a:cubicBezTo>
                <a:cubicBezTo>
                  <a:pt x="5388582" y="694066"/>
                  <a:pt x="5367022" y="644784"/>
                  <a:pt x="5371217" y="614372"/>
                </a:cubicBezTo>
                <a:cubicBezTo>
                  <a:pt x="5375856" y="577567"/>
                  <a:pt x="5319010" y="537578"/>
                  <a:pt x="5364523" y="502501"/>
                </a:cubicBezTo>
                <a:cubicBezTo>
                  <a:pt x="5425408" y="508891"/>
                  <a:pt x="5433299" y="538191"/>
                  <a:pt x="5457871" y="558285"/>
                </a:cubicBezTo>
                <a:cubicBezTo>
                  <a:pt x="5530352" y="617005"/>
                  <a:pt x="5609566" y="664386"/>
                  <a:pt x="5750580" y="663503"/>
                </a:cubicBezTo>
                <a:cubicBezTo>
                  <a:pt x="5864519" y="662926"/>
                  <a:pt x="5966527" y="666650"/>
                  <a:pt x="5976618" y="582652"/>
                </a:cubicBezTo>
                <a:cubicBezTo>
                  <a:pt x="5978145" y="569455"/>
                  <a:pt x="5990792" y="562346"/>
                  <a:pt x="6009346" y="559470"/>
                </a:cubicBezTo>
                <a:cubicBezTo>
                  <a:pt x="6030639" y="568485"/>
                  <a:pt x="6052592" y="577083"/>
                  <a:pt x="6069735" y="587803"/>
                </a:cubicBezTo>
                <a:cubicBezTo>
                  <a:pt x="6126182" y="623812"/>
                  <a:pt x="6196945" y="634730"/>
                  <a:pt x="6270319" y="643982"/>
                </a:cubicBezTo>
                <a:cubicBezTo>
                  <a:pt x="6317101" y="649940"/>
                  <a:pt x="6363466" y="657107"/>
                  <a:pt x="6406781" y="672327"/>
                </a:cubicBezTo>
                <a:cubicBezTo>
                  <a:pt x="6433586" y="681598"/>
                  <a:pt x="6454928" y="693402"/>
                  <a:pt x="6469508" y="708574"/>
                </a:cubicBezTo>
                <a:cubicBezTo>
                  <a:pt x="6482729" y="721786"/>
                  <a:pt x="6496225" y="725422"/>
                  <a:pt x="6515869" y="715738"/>
                </a:cubicBezTo>
                <a:cubicBezTo>
                  <a:pt x="6572200" y="688353"/>
                  <a:pt x="6639257" y="676241"/>
                  <a:pt x="6725938" y="691128"/>
                </a:cubicBezTo>
                <a:cubicBezTo>
                  <a:pt x="6752109" y="695629"/>
                  <a:pt x="6772625" y="691505"/>
                  <a:pt x="6778240" y="678998"/>
                </a:cubicBezTo>
                <a:cubicBezTo>
                  <a:pt x="6784286" y="665981"/>
                  <a:pt x="6794269" y="655280"/>
                  <a:pt x="6806944" y="646178"/>
                </a:cubicBezTo>
                <a:lnTo>
                  <a:pt x="6830632" y="633915"/>
                </a:lnTo>
                <a:lnTo>
                  <a:pt x="6858072" y="646178"/>
                </a:lnTo>
                <a:cubicBezTo>
                  <a:pt x="6872754" y="655280"/>
                  <a:pt x="6884317" y="665981"/>
                  <a:pt x="6891322" y="678998"/>
                </a:cubicBezTo>
                <a:cubicBezTo>
                  <a:pt x="6897826" y="691505"/>
                  <a:pt x="6921592" y="695629"/>
                  <a:pt x="6951905" y="691128"/>
                </a:cubicBezTo>
                <a:cubicBezTo>
                  <a:pt x="7052317" y="676241"/>
                  <a:pt x="7129994" y="688353"/>
                  <a:pt x="7195246" y="715738"/>
                </a:cubicBezTo>
                <a:cubicBezTo>
                  <a:pt x="7217999" y="725422"/>
                  <a:pt x="7233634" y="721786"/>
                  <a:pt x="7248949" y="708574"/>
                </a:cubicBezTo>
                <a:cubicBezTo>
                  <a:pt x="7265838" y="693402"/>
                  <a:pt x="7290560" y="681598"/>
                  <a:pt x="7321609" y="672327"/>
                </a:cubicBezTo>
                <a:cubicBezTo>
                  <a:pt x="7371785" y="657107"/>
                  <a:pt x="7425493" y="649940"/>
                  <a:pt x="7479684" y="643982"/>
                </a:cubicBezTo>
                <a:cubicBezTo>
                  <a:pt x="7564679" y="634730"/>
                  <a:pt x="7646649" y="623812"/>
                  <a:pt x="7712035" y="587803"/>
                </a:cubicBezTo>
                <a:cubicBezTo>
                  <a:pt x="7731892" y="577083"/>
                  <a:pt x="7757322" y="568485"/>
                  <a:pt x="7781987" y="559470"/>
                </a:cubicBezTo>
                <a:cubicBezTo>
                  <a:pt x="7803481" y="562346"/>
                  <a:pt x="7818130" y="569455"/>
                  <a:pt x="7819900" y="582652"/>
                </a:cubicBezTo>
                <a:cubicBezTo>
                  <a:pt x="7831588" y="666650"/>
                  <a:pt x="7949751" y="662926"/>
                  <a:pt x="8081736" y="663503"/>
                </a:cubicBezTo>
                <a:cubicBezTo>
                  <a:pt x="8245081" y="664386"/>
                  <a:pt x="8336842" y="617005"/>
                  <a:pt x="8420801" y="558285"/>
                </a:cubicBezTo>
                <a:cubicBezTo>
                  <a:pt x="8449265" y="538191"/>
                  <a:pt x="8458404" y="508890"/>
                  <a:pt x="8528933" y="502501"/>
                </a:cubicBezTo>
                <a:cubicBezTo>
                  <a:pt x="8581654" y="537578"/>
                  <a:pt x="8515805" y="577567"/>
                  <a:pt x="8521178" y="614372"/>
                </a:cubicBezTo>
                <a:cubicBezTo>
                  <a:pt x="8526038" y="644784"/>
                  <a:pt x="8501063" y="694066"/>
                  <a:pt x="8633702" y="655978"/>
                </a:cubicBezTo>
                <a:cubicBezTo>
                  <a:pt x="8672570" y="644890"/>
                  <a:pt x="8692811" y="659300"/>
                  <a:pt x="8691231" y="674418"/>
                </a:cubicBezTo>
                <a:cubicBezTo>
                  <a:pt x="8675345" y="796871"/>
                  <a:pt x="8935518" y="746101"/>
                  <a:pt x="9047908" y="788104"/>
                </a:cubicBezTo>
                <a:cubicBezTo>
                  <a:pt x="9078021" y="799946"/>
                  <a:pt x="9142627" y="789836"/>
                  <a:pt x="9163628" y="773163"/>
                </a:cubicBezTo>
                <a:cubicBezTo>
                  <a:pt x="9298789" y="667347"/>
                  <a:pt x="9535801" y="657923"/>
                  <a:pt x="9754459" y="610207"/>
                </a:cubicBezTo>
                <a:cubicBezTo>
                  <a:pt x="9814490" y="668575"/>
                  <a:pt x="9808123" y="737017"/>
                  <a:pt x="9838868" y="799511"/>
                </a:cubicBezTo>
                <a:cubicBezTo>
                  <a:pt x="9870579" y="864422"/>
                  <a:pt x="9910733" y="865324"/>
                  <a:pt x="10085808" y="816231"/>
                </a:cubicBezTo>
                <a:cubicBezTo>
                  <a:pt x="10072804" y="953901"/>
                  <a:pt x="10072804" y="953901"/>
                  <a:pt x="10334338" y="917517"/>
                </a:cubicBezTo>
                <a:cubicBezTo>
                  <a:pt x="10328982" y="953657"/>
                  <a:pt x="10408594" y="989371"/>
                  <a:pt x="10516076" y="1018726"/>
                </a:cubicBezTo>
                <a:lnTo>
                  <a:pt x="10535302" y="1023522"/>
                </a:lnTo>
                <a:lnTo>
                  <a:pt x="10542819" y="1023458"/>
                </a:lnTo>
                <a:cubicBezTo>
                  <a:pt x="10579419" y="1025941"/>
                  <a:pt x="10603227" y="1033454"/>
                  <a:pt x="10623994" y="1041996"/>
                </a:cubicBezTo>
                <a:lnTo>
                  <a:pt x="10629774" y="1044511"/>
                </a:lnTo>
                <a:lnTo>
                  <a:pt x="10727305" y="1063419"/>
                </a:lnTo>
                <a:lnTo>
                  <a:pt x="10761785" y="1068017"/>
                </a:lnTo>
                <a:lnTo>
                  <a:pt x="10775688" y="1065268"/>
                </a:lnTo>
                <a:cubicBezTo>
                  <a:pt x="10790070" y="1060209"/>
                  <a:pt x="10805275" y="1052670"/>
                  <a:pt x="10821837" y="1042232"/>
                </a:cubicBezTo>
                <a:cubicBezTo>
                  <a:pt x="10987041" y="937564"/>
                  <a:pt x="11011156" y="925596"/>
                  <a:pt x="11122438" y="1004583"/>
                </a:cubicBezTo>
                <a:lnTo>
                  <a:pt x="11171433" y="1040550"/>
                </a:lnTo>
                <a:lnTo>
                  <a:pt x="11183724" y="1045316"/>
                </a:lnTo>
                <a:lnTo>
                  <a:pt x="11199690" y="1048085"/>
                </a:lnTo>
                <a:cubicBezTo>
                  <a:pt x="11210452" y="1048499"/>
                  <a:pt x="11222752" y="1048442"/>
                  <a:pt x="11232475" y="1049340"/>
                </a:cubicBezTo>
                <a:cubicBezTo>
                  <a:pt x="11272445" y="1020057"/>
                  <a:pt x="11206789" y="982961"/>
                  <a:pt x="11302451" y="949091"/>
                </a:cubicBezTo>
                <a:lnTo>
                  <a:pt x="11484849" y="1057667"/>
                </a:lnTo>
                <a:lnTo>
                  <a:pt x="11512818" y="1048926"/>
                </a:lnTo>
                <a:cubicBezTo>
                  <a:pt x="11553007" y="1039695"/>
                  <a:pt x="11597385" y="1034194"/>
                  <a:pt x="11642481" y="1029355"/>
                </a:cubicBezTo>
                <a:lnTo>
                  <a:pt x="11714551" y="1020966"/>
                </a:lnTo>
                <a:lnTo>
                  <a:pt x="11714551" y="1022389"/>
                </a:lnTo>
                <a:lnTo>
                  <a:pt x="11728519" y="1020975"/>
                </a:lnTo>
                <a:lnTo>
                  <a:pt x="11741691" y="1019651"/>
                </a:lnTo>
                <a:lnTo>
                  <a:pt x="11743999" y="1019424"/>
                </a:lnTo>
                <a:cubicBezTo>
                  <a:pt x="11745037" y="1019320"/>
                  <a:pt x="11744948" y="1019326"/>
                  <a:pt x="11742709" y="1019549"/>
                </a:cubicBezTo>
                <a:lnTo>
                  <a:pt x="11741691" y="1019651"/>
                </a:lnTo>
                <a:lnTo>
                  <a:pt x="11738529" y="1019963"/>
                </a:lnTo>
                <a:cubicBezTo>
                  <a:pt x="11729455" y="1020837"/>
                  <a:pt x="11718720" y="1021778"/>
                  <a:pt x="11771791" y="1015977"/>
                </a:cubicBezTo>
                <a:cubicBezTo>
                  <a:pt x="11774317" y="1015701"/>
                  <a:pt x="11812546" y="1011974"/>
                  <a:pt x="11834157" y="1009499"/>
                </a:cubicBezTo>
                <a:lnTo>
                  <a:pt x="11843354" y="1008273"/>
                </a:lnTo>
                <a:lnTo>
                  <a:pt x="11843354" y="1000151"/>
                </a:lnTo>
                <a:lnTo>
                  <a:pt x="11893955" y="983740"/>
                </a:lnTo>
                <a:cubicBezTo>
                  <a:pt x="11928061" y="969285"/>
                  <a:pt x="11955951" y="949359"/>
                  <a:pt x="11974160" y="920897"/>
                </a:cubicBezTo>
                <a:cubicBezTo>
                  <a:pt x="12002698" y="876981"/>
                  <a:pt x="12076554" y="851353"/>
                  <a:pt x="12143531" y="823664"/>
                </a:cubicBezTo>
                <a:lnTo>
                  <a:pt x="12192000" y="801163"/>
                </a:lnTo>
                <a:lnTo>
                  <a:pt x="12192000" y="2515690"/>
                </a:lnTo>
                <a:lnTo>
                  <a:pt x="0" y="251569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solidFill>
                <a:schemeClr val="tx1"/>
              </a:solidFill>
            </a:endParaRPr>
          </a:p>
        </p:txBody>
      </p:sp>
      <p:sp>
        <p:nvSpPr>
          <p:cNvPr id="2" name="Title 1">
            <a:extLst>
              <a:ext uri="{FF2B5EF4-FFF2-40B4-BE49-F238E27FC236}">
                <a16:creationId xmlns:a16="http://schemas.microsoft.com/office/drawing/2014/main" id="{7E73DFC6-F2CB-D1B8-9444-A28194DBEC6E}"/>
              </a:ext>
            </a:extLst>
          </p:cNvPr>
          <p:cNvSpPr>
            <a:spLocks noGrp="1"/>
          </p:cNvSpPr>
          <p:nvPr>
            <p:ph type="title"/>
          </p:nvPr>
        </p:nvSpPr>
        <p:spPr>
          <a:xfrm>
            <a:off x="838200" y="365125"/>
            <a:ext cx="10515600" cy="930275"/>
          </a:xfrm>
        </p:spPr>
        <p:txBody>
          <a:bodyPr>
            <a:normAutofit/>
          </a:bodyPr>
          <a:lstStyle/>
          <a:p>
            <a:r>
              <a:rPr lang="en-US" dirty="0"/>
              <a:t>Overall Tool Leaders and Laggers</a:t>
            </a:r>
          </a:p>
        </p:txBody>
      </p:sp>
      <p:graphicFrame>
        <p:nvGraphicFramePr>
          <p:cNvPr id="4" name="Content Placeholder 3">
            <a:extLst>
              <a:ext uri="{FF2B5EF4-FFF2-40B4-BE49-F238E27FC236}">
                <a16:creationId xmlns:a16="http://schemas.microsoft.com/office/drawing/2014/main" id="{2CF7E96F-D00E-4E53-AA62-821F504540D7}"/>
              </a:ext>
            </a:extLst>
          </p:cNvPr>
          <p:cNvGraphicFramePr>
            <a:graphicFrameLocks/>
          </p:cNvGraphicFramePr>
          <p:nvPr>
            <p:extLst>
              <p:ext uri="{D42A27DB-BD31-4B8C-83A1-F6EECF244321}">
                <p14:modId xmlns:p14="http://schemas.microsoft.com/office/powerpoint/2010/main" val="1449464672"/>
              </p:ext>
            </p:extLst>
          </p:nvPr>
        </p:nvGraphicFramePr>
        <p:xfrm>
          <a:off x="1400814" y="2011363"/>
          <a:ext cx="4509977" cy="4348480"/>
        </p:xfrm>
        <a:graphic>
          <a:graphicData uri="http://schemas.openxmlformats.org/drawingml/2006/table">
            <a:tbl>
              <a:tblPr firstRow="1" bandRow="1">
                <a:tableStyleId>{5C22544A-7EE6-4342-B048-85BDC9FD1C3A}</a:tableStyleId>
              </a:tblPr>
              <a:tblGrid>
                <a:gridCol w="469604">
                  <a:extLst>
                    <a:ext uri="{9D8B030D-6E8A-4147-A177-3AD203B41FA5}">
                      <a16:colId xmlns:a16="http://schemas.microsoft.com/office/drawing/2014/main" val="1990438616"/>
                    </a:ext>
                  </a:extLst>
                </a:gridCol>
                <a:gridCol w="2371061">
                  <a:extLst>
                    <a:ext uri="{9D8B030D-6E8A-4147-A177-3AD203B41FA5}">
                      <a16:colId xmlns:a16="http://schemas.microsoft.com/office/drawing/2014/main" val="863939307"/>
                    </a:ext>
                  </a:extLst>
                </a:gridCol>
                <a:gridCol w="829340">
                  <a:extLst>
                    <a:ext uri="{9D8B030D-6E8A-4147-A177-3AD203B41FA5}">
                      <a16:colId xmlns:a16="http://schemas.microsoft.com/office/drawing/2014/main" val="4286077369"/>
                    </a:ext>
                  </a:extLst>
                </a:gridCol>
                <a:gridCol w="839972">
                  <a:extLst>
                    <a:ext uri="{9D8B030D-6E8A-4147-A177-3AD203B41FA5}">
                      <a16:colId xmlns:a16="http://schemas.microsoft.com/office/drawing/2014/main" val="656629024"/>
                    </a:ext>
                  </a:extLst>
                </a:gridCol>
              </a:tblGrid>
              <a:tr h="370840">
                <a:tc>
                  <a:txBody>
                    <a:bodyPr/>
                    <a:lstStyle/>
                    <a:p>
                      <a:endParaRPr lang="en-US" dirty="0"/>
                    </a:p>
                  </a:txBody>
                  <a:tcPr>
                    <a:solidFill>
                      <a:srgbClr val="C00000"/>
                    </a:solidFill>
                  </a:tcPr>
                </a:tc>
                <a:tc>
                  <a:txBody>
                    <a:bodyPr/>
                    <a:lstStyle/>
                    <a:p>
                      <a:r>
                        <a:rPr lang="en-US" dirty="0"/>
                        <a:t>Name</a:t>
                      </a:r>
                    </a:p>
                  </a:txBody>
                  <a:tcPr>
                    <a:solidFill>
                      <a:srgbClr val="C00000"/>
                    </a:solidFill>
                  </a:tcPr>
                </a:tc>
                <a:tc>
                  <a:txBody>
                    <a:bodyPr/>
                    <a:lstStyle/>
                    <a:p>
                      <a:r>
                        <a:rPr lang="en-US" dirty="0"/>
                        <a:t>2023 Grade</a:t>
                      </a:r>
                    </a:p>
                  </a:txBody>
                  <a:tcPr>
                    <a:solidFill>
                      <a:srgbClr val="C00000"/>
                    </a:solidFill>
                  </a:tcPr>
                </a:tc>
                <a:tc>
                  <a:txBody>
                    <a:bodyPr/>
                    <a:lstStyle/>
                    <a:p>
                      <a:r>
                        <a:rPr lang="en-US" dirty="0"/>
                        <a:t>2024 Grade</a:t>
                      </a:r>
                    </a:p>
                  </a:txBody>
                  <a:tcPr>
                    <a:solidFill>
                      <a:srgbClr val="C00000"/>
                    </a:solidFill>
                  </a:tcPr>
                </a:tc>
                <a:extLst>
                  <a:ext uri="{0D108BD9-81ED-4DB2-BD59-A6C34878D82A}">
                    <a16:rowId xmlns:a16="http://schemas.microsoft.com/office/drawing/2014/main" val="218310895"/>
                  </a:ext>
                </a:extLst>
              </a:tr>
              <a:tr h="370840">
                <a:tc>
                  <a:txBody>
                    <a:bodyPr/>
                    <a:lstStyle/>
                    <a:p>
                      <a:r>
                        <a:rPr lang="en-US" dirty="0"/>
                        <a:t>1</a:t>
                      </a:r>
                    </a:p>
                  </a:txBody>
                  <a:tcPr/>
                </a:tc>
                <a:tc>
                  <a:txBody>
                    <a:bodyPr/>
                    <a:lstStyle/>
                    <a:p>
                      <a:r>
                        <a:rPr lang="en-US" dirty="0"/>
                        <a:t>Juan Soto</a:t>
                      </a:r>
                    </a:p>
                  </a:txBody>
                  <a:tcPr/>
                </a:tc>
                <a:tc>
                  <a:txBody>
                    <a:bodyPr/>
                    <a:lstStyle/>
                    <a:p>
                      <a:r>
                        <a:rPr lang="en-US" dirty="0"/>
                        <a:t>55</a:t>
                      </a:r>
                    </a:p>
                  </a:txBody>
                  <a:tcPr/>
                </a:tc>
                <a:tc>
                  <a:txBody>
                    <a:bodyPr/>
                    <a:lstStyle/>
                    <a:p>
                      <a:r>
                        <a:rPr lang="en-US" dirty="0"/>
                        <a:t>60</a:t>
                      </a:r>
                    </a:p>
                  </a:txBody>
                  <a:tcPr/>
                </a:tc>
                <a:extLst>
                  <a:ext uri="{0D108BD9-81ED-4DB2-BD59-A6C34878D82A}">
                    <a16:rowId xmlns:a16="http://schemas.microsoft.com/office/drawing/2014/main" val="3206669"/>
                  </a:ext>
                </a:extLst>
              </a:tr>
              <a:tr h="370840">
                <a:tc>
                  <a:txBody>
                    <a:bodyPr/>
                    <a:lstStyle/>
                    <a:p>
                      <a:r>
                        <a:rPr lang="en-US" dirty="0"/>
                        <a:t>2</a:t>
                      </a:r>
                    </a:p>
                  </a:txBody>
                  <a:tcPr/>
                </a:tc>
                <a:tc>
                  <a:txBody>
                    <a:bodyPr/>
                    <a:lstStyle/>
                    <a:p>
                      <a:r>
                        <a:rPr lang="en-US" dirty="0"/>
                        <a:t>Ketel </a:t>
                      </a:r>
                      <a:r>
                        <a:rPr lang="en-US" dirty="0" err="1"/>
                        <a:t>Marte</a:t>
                      </a:r>
                      <a:endParaRPr lang="en-US" dirty="0"/>
                    </a:p>
                  </a:txBody>
                  <a:tcPr/>
                </a:tc>
                <a:tc>
                  <a:txBody>
                    <a:bodyPr/>
                    <a:lstStyle/>
                    <a:p>
                      <a:r>
                        <a:rPr lang="en-US" dirty="0"/>
                        <a:t>55</a:t>
                      </a:r>
                    </a:p>
                  </a:txBody>
                  <a:tcPr/>
                </a:tc>
                <a:tc>
                  <a:txBody>
                    <a:bodyPr/>
                    <a:lstStyle/>
                    <a:p>
                      <a:r>
                        <a:rPr lang="en-US" dirty="0"/>
                        <a:t>60</a:t>
                      </a:r>
                    </a:p>
                  </a:txBody>
                  <a:tcPr/>
                </a:tc>
                <a:extLst>
                  <a:ext uri="{0D108BD9-81ED-4DB2-BD59-A6C34878D82A}">
                    <a16:rowId xmlns:a16="http://schemas.microsoft.com/office/drawing/2014/main" val="1848325926"/>
                  </a:ext>
                </a:extLst>
              </a:tr>
              <a:tr h="370840">
                <a:tc>
                  <a:txBody>
                    <a:bodyPr/>
                    <a:lstStyle/>
                    <a:p>
                      <a:r>
                        <a:rPr lang="en-US" dirty="0"/>
                        <a:t>3</a:t>
                      </a:r>
                    </a:p>
                  </a:txBody>
                  <a:tcPr/>
                </a:tc>
                <a:tc>
                  <a:txBody>
                    <a:bodyPr/>
                    <a:lstStyle/>
                    <a:p>
                      <a:r>
                        <a:rPr lang="en-US" dirty="0"/>
                        <a:t>Mike Trout</a:t>
                      </a:r>
                    </a:p>
                  </a:txBody>
                  <a:tcPr/>
                </a:tc>
                <a:tc>
                  <a:txBody>
                    <a:bodyPr/>
                    <a:lstStyle/>
                    <a:p>
                      <a:r>
                        <a:rPr lang="en-US" dirty="0"/>
                        <a:t>55</a:t>
                      </a:r>
                    </a:p>
                  </a:txBody>
                  <a:tcPr/>
                </a:tc>
                <a:tc>
                  <a:txBody>
                    <a:bodyPr/>
                    <a:lstStyle/>
                    <a:p>
                      <a:r>
                        <a:rPr lang="en-US" dirty="0"/>
                        <a:t>60</a:t>
                      </a:r>
                    </a:p>
                  </a:txBody>
                  <a:tcPr/>
                </a:tc>
                <a:extLst>
                  <a:ext uri="{0D108BD9-81ED-4DB2-BD59-A6C34878D82A}">
                    <a16:rowId xmlns:a16="http://schemas.microsoft.com/office/drawing/2014/main" val="1274399503"/>
                  </a:ext>
                </a:extLst>
              </a:tr>
              <a:tr h="370840">
                <a:tc>
                  <a:txBody>
                    <a:bodyPr/>
                    <a:lstStyle/>
                    <a:p>
                      <a:r>
                        <a:rPr lang="en-US" dirty="0"/>
                        <a:t>4</a:t>
                      </a:r>
                    </a:p>
                  </a:txBody>
                  <a:tcPr/>
                </a:tc>
                <a:tc>
                  <a:txBody>
                    <a:bodyPr/>
                    <a:lstStyle/>
                    <a:p>
                      <a:r>
                        <a:rPr lang="en-US" dirty="0"/>
                        <a:t>Shohei Ohtani</a:t>
                      </a:r>
                    </a:p>
                  </a:txBody>
                  <a:tcPr/>
                </a:tc>
                <a:tc>
                  <a:txBody>
                    <a:bodyPr/>
                    <a:lstStyle/>
                    <a:p>
                      <a:r>
                        <a:rPr lang="en-US" dirty="0"/>
                        <a:t>60</a:t>
                      </a:r>
                    </a:p>
                  </a:txBody>
                  <a:tcPr/>
                </a:tc>
                <a:tc>
                  <a:txBody>
                    <a:bodyPr/>
                    <a:lstStyle/>
                    <a:p>
                      <a:r>
                        <a:rPr lang="en-US" dirty="0"/>
                        <a:t>60</a:t>
                      </a:r>
                    </a:p>
                  </a:txBody>
                  <a:tcPr/>
                </a:tc>
                <a:extLst>
                  <a:ext uri="{0D108BD9-81ED-4DB2-BD59-A6C34878D82A}">
                    <a16:rowId xmlns:a16="http://schemas.microsoft.com/office/drawing/2014/main" val="275075110"/>
                  </a:ext>
                </a:extLst>
              </a:tr>
              <a:tr h="370840">
                <a:tc>
                  <a:txBody>
                    <a:bodyPr/>
                    <a:lstStyle/>
                    <a:p>
                      <a:r>
                        <a:rPr lang="en-US" dirty="0"/>
                        <a:t>5</a:t>
                      </a:r>
                    </a:p>
                  </a:txBody>
                  <a:tcPr/>
                </a:tc>
                <a:tc>
                  <a:txBody>
                    <a:bodyPr/>
                    <a:lstStyle/>
                    <a:p>
                      <a:r>
                        <a:rPr lang="en-US" dirty="0"/>
                        <a:t>Aaron Judge</a:t>
                      </a:r>
                    </a:p>
                  </a:txBody>
                  <a:tcPr/>
                </a:tc>
                <a:tc>
                  <a:txBody>
                    <a:bodyPr/>
                    <a:lstStyle/>
                    <a:p>
                      <a:r>
                        <a:rPr lang="en-US" dirty="0"/>
                        <a:t>60</a:t>
                      </a:r>
                    </a:p>
                  </a:txBody>
                  <a:tcPr/>
                </a:tc>
                <a:tc>
                  <a:txBody>
                    <a:bodyPr/>
                    <a:lstStyle/>
                    <a:p>
                      <a:r>
                        <a:rPr lang="en-US" dirty="0"/>
                        <a:t>60</a:t>
                      </a:r>
                    </a:p>
                  </a:txBody>
                  <a:tcPr/>
                </a:tc>
                <a:extLst>
                  <a:ext uri="{0D108BD9-81ED-4DB2-BD59-A6C34878D82A}">
                    <a16:rowId xmlns:a16="http://schemas.microsoft.com/office/drawing/2014/main" val="3416198660"/>
                  </a:ext>
                </a:extLst>
              </a:tr>
              <a:tr h="370840">
                <a:tc>
                  <a:txBody>
                    <a:bodyPr/>
                    <a:lstStyle/>
                    <a:p>
                      <a:r>
                        <a:rPr lang="en-US" dirty="0"/>
                        <a:t>6</a:t>
                      </a:r>
                    </a:p>
                  </a:txBody>
                  <a:tcPr/>
                </a:tc>
                <a:tc>
                  <a:txBody>
                    <a:bodyPr/>
                    <a:lstStyle/>
                    <a:p>
                      <a:r>
                        <a:rPr lang="en-US" dirty="0"/>
                        <a:t>Rafael Devers</a:t>
                      </a:r>
                    </a:p>
                  </a:txBody>
                  <a:tcPr anchor="ctr"/>
                </a:tc>
                <a:tc>
                  <a:txBody>
                    <a:bodyPr/>
                    <a:lstStyle/>
                    <a:p>
                      <a:r>
                        <a:rPr lang="en-US" dirty="0"/>
                        <a:t>60</a:t>
                      </a:r>
                    </a:p>
                  </a:txBody>
                  <a:tcPr/>
                </a:tc>
                <a:tc>
                  <a:txBody>
                    <a:bodyPr/>
                    <a:lstStyle/>
                    <a:p>
                      <a:r>
                        <a:rPr lang="en-US" dirty="0"/>
                        <a:t>60</a:t>
                      </a:r>
                    </a:p>
                  </a:txBody>
                  <a:tcPr/>
                </a:tc>
                <a:extLst>
                  <a:ext uri="{0D108BD9-81ED-4DB2-BD59-A6C34878D82A}">
                    <a16:rowId xmlns:a16="http://schemas.microsoft.com/office/drawing/2014/main" val="3631880386"/>
                  </a:ext>
                </a:extLst>
              </a:tr>
              <a:tr h="370840">
                <a:tc>
                  <a:txBody>
                    <a:bodyPr/>
                    <a:lstStyle/>
                    <a:p>
                      <a:r>
                        <a:rPr lang="en-US" dirty="0"/>
                        <a:t>7</a:t>
                      </a:r>
                    </a:p>
                  </a:txBody>
                  <a:tcPr/>
                </a:tc>
                <a:tc>
                  <a:txBody>
                    <a:bodyPr/>
                    <a:lstStyle/>
                    <a:p>
                      <a:r>
                        <a:rPr lang="en-US" dirty="0"/>
                        <a:t>Ronald </a:t>
                      </a:r>
                      <a:r>
                        <a:rPr lang="en-US" dirty="0" err="1"/>
                        <a:t>Acuña</a:t>
                      </a:r>
                      <a:endParaRPr lang="en-US" dirty="0"/>
                    </a:p>
                  </a:txBody>
                  <a:tcPr anchor="ctr"/>
                </a:tc>
                <a:tc>
                  <a:txBody>
                    <a:bodyPr/>
                    <a:lstStyle/>
                    <a:p>
                      <a:r>
                        <a:rPr lang="en-US" dirty="0"/>
                        <a:t>60</a:t>
                      </a:r>
                    </a:p>
                  </a:txBody>
                  <a:tcPr/>
                </a:tc>
                <a:tc>
                  <a:txBody>
                    <a:bodyPr/>
                    <a:lstStyle/>
                    <a:p>
                      <a:r>
                        <a:rPr lang="en-US" dirty="0"/>
                        <a:t>55</a:t>
                      </a:r>
                    </a:p>
                  </a:txBody>
                  <a:tcPr/>
                </a:tc>
                <a:extLst>
                  <a:ext uri="{0D108BD9-81ED-4DB2-BD59-A6C34878D82A}">
                    <a16:rowId xmlns:a16="http://schemas.microsoft.com/office/drawing/2014/main" val="1441666652"/>
                  </a:ext>
                </a:extLst>
              </a:tr>
              <a:tr h="370840">
                <a:tc>
                  <a:txBody>
                    <a:bodyPr/>
                    <a:lstStyle/>
                    <a:p>
                      <a:r>
                        <a:rPr lang="en-US" dirty="0"/>
                        <a:t>8</a:t>
                      </a:r>
                    </a:p>
                  </a:txBody>
                  <a:tcPr/>
                </a:tc>
                <a:tc>
                  <a:txBody>
                    <a:bodyPr/>
                    <a:lstStyle/>
                    <a:p>
                      <a:r>
                        <a:rPr lang="en-US" dirty="0"/>
                        <a:t>Fernando </a:t>
                      </a:r>
                      <a:r>
                        <a:rPr lang="en-US" dirty="0" err="1"/>
                        <a:t>Tatís</a:t>
                      </a:r>
                      <a:endParaRPr lang="en-US" dirty="0"/>
                    </a:p>
                  </a:txBody>
                  <a:tcPr anchor="ctr"/>
                </a:tc>
                <a:tc>
                  <a:txBody>
                    <a:bodyPr/>
                    <a:lstStyle/>
                    <a:p>
                      <a:r>
                        <a:rPr lang="en-US" dirty="0"/>
                        <a:t>55</a:t>
                      </a:r>
                    </a:p>
                  </a:txBody>
                  <a:tcPr/>
                </a:tc>
                <a:tc>
                  <a:txBody>
                    <a:bodyPr/>
                    <a:lstStyle/>
                    <a:p>
                      <a:r>
                        <a:rPr lang="en-US" dirty="0"/>
                        <a:t>55</a:t>
                      </a:r>
                    </a:p>
                  </a:txBody>
                  <a:tcPr/>
                </a:tc>
                <a:extLst>
                  <a:ext uri="{0D108BD9-81ED-4DB2-BD59-A6C34878D82A}">
                    <a16:rowId xmlns:a16="http://schemas.microsoft.com/office/drawing/2014/main" val="1971267530"/>
                  </a:ext>
                </a:extLst>
              </a:tr>
              <a:tr h="370840">
                <a:tc>
                  <a:txBody>
                    <a:bodyPr/>
                    <a:lstStyle/>
                    <a:p>
                      <a:r>
                        <a:rPr lang="en-US" dirty="0"/>
                        <a:t>9</a:t>
                      </a:r>
                    </a:p>
                  </a:txBody>
                  <a:tcPr/>
                </a:tc>
                <a:tc>
                  <a:txBody>
                    <a:bodyPr/>
                    <a:lstStyle/>
                    <a:p>
                      <a:r>
                        <a:rPr lang="en-US" dirty="0"/>
                        <a:t>José Ramírez</a:t>
                      </a:r>
                    </a:p>
                  </a:txBody>
                  <a:tcPr anchor="ctr"/>
                </a:tc>
                <a:tc>
                  <a:txBody>
                    <a:bodyPr/>
                    <a:lstStyle/>
                    <a:p>
                      <a:r>
                        <a:rPr lang="en-US" dirty="0"/>
                        <a:t>55</a:t>
                      </a:r>
                    </a:p>
                  </a:txBody>
                  <a:tcPr/>
                </a:tc>
                <a:tc>
                  <a:txBody>
                    <a:bodyPr/>
                    <a:lstStyle/>
                    <a:p>
                      <a:r>
                        <a:rPr lang="en-US" dirty="0"/>
                        <a:t>55</a:t>
                      </a:r>
                    </a:p>
                  </a:txBody>
                  <a:tcPr/>
                </a:tc>
                <a:extLst>
                  <a:ext uri="{0D108BD9-81ED-4DB2-BD59-A6C34878D82A}">
                    <a16:rowId xmlns:a16="http://schemas.microsoft.com/office/drawing/2014/main" val="1198349398"/>
                  </a:ext>
                </a:extLst>
              </a:tr>
              <a:tr h="370840">
                <a:tc>
                  <a:txBody>
                    <a:bodyPr/>
                    <a:lstStyle/>
                    <a:p>
                      <a:r>
                        <a:rPr lang="en-US" dirty="0"/>
                        <a:t>10</a:t>
                      </a:r>
                    </a:p>
                  </a:txBody>
                  <a:tcPr/>
                </a:tc>
                <a:tc>
                  <a:txBody>
                    <a:bodyPr/>
                    <a:lstStyle/>
                    <a:p>
                      <a:r>
                        <a:rPr lang="en-US" dirty="0"/>
                        <a:t>Yandy Díaz</a:t>
                      </a:r>
                    </a:p>
                  </a:txBody>
                  <a:tcPr anchor="ctr"/>
                </a:tc>
                <a:tc>
                  <a:txBody>
                    <a:bodyPr/>
                    <a:lstStyle/>
                    <a:p>
                      <a:r>
                        <a:rPr lang="en-US" dirty="0"/>
                        <a:t>55</a:t>
                      </a:r>
                    </a:p>
                  </a:txBody>
                  <a:tcPr/>
                </a:tc>
                <a:tc>
                  <a:txBody>
                    <a:bodyPr/>
                    <a:lstStyle/>
                    <a:p>
                      <a:r>
                        <a:rPr lang="en-US" dirty="0"/>
                        <a:t>55</a:t>
                      </a:r>
                    </a:p>
                  </a:txBody>
                  <a:tcPr/>
                </a:tc>
                <a:extLst>
                  <a:ext uri="{0D108BD9-81ED-4DB2-BD59-A6C34878D82A}">
                    <a16:rowId xmlns:a16="http://schemas.microsoft.com/office/drawing/2014/main" val="1261108105"/>
                  </a:ext>
                </a:extLst>
              </a:tr>
            </a:tbl>
          </a:graphicData>
        </a:graphic>
      </p:graphicFrame>
      <p:graphicFrame>
        <p:nvGraphicFramePr>
          <p:cNvPr id="5" name="Content Placeholder 3">
            <a:extLst>
              <a:ext uri="{FF2B5EF4-FFF2-40B4-BE49-F238E27FC236}">
                <a16:creationId xmlns:a16="http://schemas.microsoft.com/office/drawing/2014/main" id="{131A4EC1-20DD-50C7-3D89-FF2DC917BE97}"/>
              </a:ext>
            </a:extLst>
          </p:cNvPr>
          <p:cNvGraphicFramePr>
            <a:graphicFrameLocks/>
          </p:cNvGraphicFramePr>
          <p:nvPr>
            <p:extLst>
              <p:ext uri="{D42A27DB-BD31-4B8C-83A1-F6EECF244321}">
                <p14:modId xmlns:p14="http://schemas.microsoft.com/office/powerpoint/2010/main" val="1876022327"/>
              </p:ext>
            </p:extLst>
          </p:nvPr>
        </p:nvGraphicFramePr>
        <p:xfrm>
          <a:off x="6475820" y="2011363"/>
          <a:ext cx="4509977" cy="4356147"/>
        </p:xfrm>
        <a:graphic>
          <a:graphicData uri="http://schemas.openxmlformats.org/drawingml/2006/table">
            <a:tbl>
              <a:tblPr firstRow="1" bandRow="1">
                <a:tableStyleId>{5C22544A-7EE6-4342-B048-85BDC9FD1C3A}</a:tableStyleId>
              </a:tblPr>
              <a:tblGrid>
                <a:gridCol w="461008">
                  <a:extLst>
                    <a:ext uri="{9D8B030D-6E8A-4147-A177-3AD203B41FA5}">
                      <a16:colId xmlns:a16="http://schemas.microsoft.com/office/drawing/2014/main" val="1990438616"/>
                    </a:ext>
                  </a:extLst>
                </a:gridCol>
                <a:gridCol w="2379657">
                  <a:extLst>
                    <a:ext uri="{9D8B030D-6E8A-4147-A177-3AD203B41FA5}">
                      <a16:colId xmlns:a16="http://schemas.microsoft.com/office/drawing/2014/main" val="863939307"/>
                    </a:ext>
                  </a:extLst>
                </a:gridCol>
                <a:gridCol w="829340">
                  <a:extLst>
                    <a:ext uri="{9D8B030D-6E8A-4147-A177-3AD203B41FA5}">
                      <a16:colId xmlns:a16="http://schemas.microsoft.com/office/drawing/2014/main" val="4286077369"/>
                    </a:ext>
                  </a:extLst>
                </a:gridCol>
                <a:gridCol w="839972">
                  <a:extLst>
                    <a:ext uri="{9D8B030D-6E8A-4147-A177-3AD203B41FA5}">
                      <a16:colId xmlns:a16="http://schemas.microsoft.com/office/drawing/2014/main" val="656629024"/>
                    </a:ext>
                  </a:extLst>
                </a:gridCol>
              </a:tblGrid>
              <a:tr h="447067">
                <a:tc>
                  <a:txBody>
                    <a:bodyPr/>
                    <a:lstStyle/>
                    <a:p>
                      <a:endParaRPr lang="en-US" dirty="0"/>
                    </a:p>
                  </a:txBody>
                  <a:tcPr>
                    <a:solidFill>
                      <a:schemeClr val="accent1">
                        <a:lumMod val="60000"/>
                        <a:lumOff val="40000"/>
                      </a:schemeClr>
                    </a:solidFill>
                  </a:tcPr>
                </a:tc>
                <a:tc>
                  <a:txBody>
                    <a:bodyPr/>
                    <a:lstStyle/>
                    <a:p>
                      <a:r>
                        <a:rPr lang="en-US" dirty="0"/>
                        <a:t>Name</a:t>
                      </a:r>
                    </a:p>
                  </a:txBody>
                  <a:tcPr>
                    <a:solidFill>
                      <a:schemeClr val="accent1">
                        <a:lumMod val="60000"/>
                        <a:lumOff val="40000"/>
                      </a:schemeClr>
                    </a:solidFill>
                  </a:tcPr>
                </a:tc>
                <a:tc>
                  <a:txBody>
                    <a:bodyPr/>
                    <a:lstStyle/>
                    <a:p>
                      <a:r>
                        <a:rPr lang="en-US" dirty="0"/>
                        <a:t>2023 Grade</a:t>
                      </a:r>
                    </a:p>
                  </a:txBody>
                  <a:tcPr>
                    <a:solidFill>
                      <a:schemeClr val="accent1">
                        <a:lumMod val="60000"/>
                        <a:lumOff val="40000"/>
                      </a:schemeClr>
                    </a:solidFill>
                  </a:tcPr>
                </a:tc>
                <a:tc>
                  <a:txBody>
                    <a:bodyPr/>
                    <a:lstStyle/>
                    <a:p>
                      <a:r>
                        <a:rPr lang="en-US" dirty="0"/>
                        <a:t>2024 Grade</a:t>
                      </a:r>
                    </a:p>
                  </a:txBody>
                  <a:tcPr>
                    <a:solidFill>
                      <a:schemeClr val="accent1">
                        <a:lumMod val="60000"/>
                        <a:lumOff val="40000"/>
                      </a:schemeClr>
                    </a:solidFill>
                  </a:tcPr>
                </a:tc>
                <a:extLst>
                  <a:ext uri="{0D108BD9-81ED-4DB2-BD59-A6C34878D82A}">
                    <a16:rowId xmlns:a16="http://schemas.microsoft.com/office/drawing/2014/main" val="218310895"/>
                  </a:ext>
                </a:extLst>
              </a:tr>
              <a:tr h="383587">
                <a:tc>
                  <a:txBody>
                    <a:bodyPr/>
                    <a:lstStyle/>
                    <a:p>
                      <a:r>
                        <a:rPr lang="en-US" dirty="0"/>
                        <a:t>1</a:t>
                      </a:r>
                    </a:p>
                  </a:txBody>
                  <a:tcPr/>
                </a:tc>
                <a:tc>
                  <a:txBody>
                    <a:bodyPr/>
                    <a:lstStyle/>
                    <a:p>
                      <a:r>
                        <a:rPr lang="en-US" dirty="0"/>
                        <a:t>Michael </a:t>
                      </a:r>
                      <a:r>
                        <a:rPr lang="en-US" dirty="0" err="1"/>
                        <a:t>Siani</a:t>
                      </a:r>
                      <a:endParaRPr lang="en-US" dirty="0"/>
                    </a:p>
                  </a:txBody>
                  <a:tcPr/>
                </a:tc>
                <a:tc>
                  <a:txBody>
                    <a:bodyPr/>
                    <a:lstStyle/>
                    <a:p>
                      <a:endParaRPr lang="en-US" dirty="0"/>
                    </a:p>
                  </a:txBody>
                  <a:tcPr/>
                </a:tc>
                <a:tc>
                  <a:txBody>
                    <a:bodyPr/>
                    <a:lstStyle/>
                    <a:p>
                      <a:r>
                        <a:rPr lang="en-US" dirty="0"/>
                        <a:t>35</a:t>
                      </a:r>
                    </a:p>
                  </a:txBody>
                  <a:tcPr/>
                </a:tc>
                <a:extLst>
                  <a:ext uri="{0D108BD9-81ED-4DB2-BD59-A6C34878D82A}">
                    <a16:rowId xmlns:a16="http://schemas.microsoft.com/office/drawing/2014/main" val="3206669"/>
                  </a:ext>
                </a:extLst>
              </a:tr>
              <a:tr h="370840">
                <a:tc>
                  <a:txBody>
                    <a:bodyPr/>
                    <a:lstStyle/>
                    <a:p>
                      <a:r>
                        <a:rPr lang="en-US" dirty="0"/>
                        <a:t>2</a:t>
                      </a:r>
                    </a:p>
                  </a:txBody>
                  <a:tcPr/>
                </a:tc>
                <a:tc>
                  <a:txBody>
                    <a:bodyPr/>
                    <a:lstStyle/>
                    <a:p>
                      <a:r>
                        <a:rPr lang="en-US" dirty="0"/>
                        <a:t>Tim Anderson</a:t>
                      </a:r>
                    </a:p>
                  </a:txBody>
                  <a:tcPr/>
                </a:tc>
                <a:tc>
                  <a:txBody>
                    <a:bodyPr/>
                    <a:lstStyle/>
                    <a:p>
                      <a:r>
                        <a:rPr lang="en-US" dirty="0"/>
                        <a:t>40</a:t>
                      </a:r>
                    </a:p>
                  </a:txBody>
                  <a:tcPr/>
                </a:tc>
                <a:tc>
                  <a:txBody>
                    <a:bodyPr/>
                    <a:lstStyle/>
                    <a:p>
                      <a:r>
                        <a:rPr lang="en-US" dirty="0"/>
                        <a:t>35</a:t>
                      </a:r>
                    </a:p>
                  </a:txBody>
                  <a:tcPr/>
                </a:tc>
                <a:extLst>
                  <a:ext uri="{0D108BD9-81ED-4DB2-BD59-A6C34878D82A}">
                    <a16:rowId xmlns:a16="http://schemas.microsoft.com/office/drawing/2014/main" val="1848325926"/>
                  </a:ext>
                </a:extLst>
              </a:tr>
              <a:tr h="370840">
                <a:tc>
                  <a:txBody>
                    <a:bodyPr/>
                    <a:lstStyle/>
                    <a:p>
                      <a:r>
                        <a:rPr lang="en-US" dirty="0"/>
                        <a:t>3</a:t>
                      </a:r>
                    </a:p>
                  </a:txBody>
                  <a:tcPr/>
                </a:tc>
                <a:tc>
                  <a:txBody>
                    <a:bodyPr/>
                    <a:lstStyle/>
                    <a:p>
                      <a:r>
                        <a:rPr lang="en-US" dirty="0"/>
                        <a:t>Jacob Young</a:t>
                      </a:r>
                    </a:p>
                  </a:txBody>
                  <a:tcPr/>
                </a:tc>
                <a:tc>
                  <a:txBody>
                    <a:bodyPr/>
                    <a:lstStyle/>
                    <a:p>
                      <a:endParaRPr lang="en-US" dirty="0"/>
                    </a:p>
                  </a:txBody>
                  <a:tcPr/>
                </a:tc>
                <a:tc>
                  <a:txBody>
                    <a:bodyPr/>
                    <a:lstStyle/>
                    <a:p>
                      <a:r>
                        <a:rPr lang="en-US" dirty="0"/>
                        <a:t>40</a:t>
                      </a:r>
                    </a:p>
                  </a:txBody>
                  <a:tcPr/>
                </a:tc>
                <a:extLst>
                  <a:ext uri="{0D108BD9-81ED-4DB2-BD59-A6C34878D82A}">
                    <a16:rowId xmlns:a16="http://schemas.microsoft.com/office/drawing/2014/main" val="1274399503"/>
                  </a:ext>
                </a:extLst>
              </a:tr>
              <a:tr h="370840">
                <a:tc>
                  <a:txBody>
                    <a:bodyPr/>
                    <a:lstStyle/>
                    <a:p>
                      <a:r>
                        <a:rPr lang="en-US" dirty="0"/>
                        <a:t>4</a:t>
                      </a:r>
                    </a:p>
                  </a:txBody>
                  <a:tcPr/>
                </a:tc>
                <a:tc>
                  <a:txBody>
                    <a:bodyPr/>
                    <a:lstStyle/>
                    <a:p>
                      <a:r>
                        <a:rPr lang="en-US" dirty="0"/>
                        <a:t>Cavan </a:t>
                      </a:r>
                      <a:r>
                        <a:rPr lang="en-US" dirty="0" err="1"/>
                        <a:t>Biggio</a:t>
                      </a:r>
                      <a:endParaRPr lang="en-US" dirty="0"/>
                    </a:p>
                  </a:txBody>
                  <a:tcPr/>
                </a:tc>
                <a:tc>
                  <a:txBody>
                    <a:bodyPr/>
                    <a:lstStyle/>
                    <a:p>
                      <a:r>
                        <a:rPr lang="en-US" dirty="0"/>
                        <a:t>50</a:t>
                      </a:r>
                    </a:p>
                  </a:txBody>
                  <a:tcPr/>
                </a:tc>
                <a:tc>
                  <a:txBody>
                    <a:bodyPr/>
                    <a:lstStyle/>
                    <a:p>
                      <a:r>
                        <a:rPr lang="en-US" dirty="0"/>
                        <a:t>40</a:t>
                      </a:r>
                    </a:p>
                  </a:txBody>
                  <a:tcPr/>
                </a:tc>
                <a:extLst>
                  <a:ext uri="{0D108BD9-81ED-4DB2-BD59-A6C34878D82A}">
                    <a16:rowId xmlns:a16="http://schemas.microsoft.com/office/drawing/2014/main" val="275075110"/>
                  </a:ext>
                </a:extLst>
              </a:tr>
              <a:tr h="370840">
                <a:tc>
                  <a:txBody>
                    <a:bodyPr/>
                    <a:lstStyle/>
                    <a:p>
                      <a:r>
                        <a:rPr lang="en-US" dirty="0"/>
                        <a:t>5</a:t>
                      </a:r>
                    </a:p>
                  </a:txBody>
                  <a:tcPr/>
                </a:tc>
                <a:tc>
                  <a:txBody>
                    <a:bodyPr/>
                    <a:lstStyle/>
                    <a:p>
                      <a:r>
                        <a:rPr lang="en-US" dirty="0"/>
                        <a:t>Christian Vázquez</a:t>
                      </a:r>
                    </a:p>
                  </a:txBody>
                  <a:tcPr/>
                </a:tc>
                <a:tc>
                  <a:txBody>
                    <a:bodyPr/>
                    <a:lstStyle/>
                    <a:p>
                      <a:r>
                        <a:rPr lang="en-US" dirty="0"/>
                        <a:t>40</a:t>
                      </a:r>
                    </a:p>
                  </a:txBody>
                  <a:tcPr/>
                </a:tc>
                <a:tc>
                  <a:txBody>
                    <a:bodyPr/>
                    <a:lstStyle/>
                    <a:p>
                      <a:r>
                        <a:rPr lang="en-US" dirty="0"/>
                        <a:t>40</a:t>
                      </a:r>
                    </a:p>
                  </a:txBody>
                  <a:tcPr/>
                </a:tc>
                <a:extLst>
                  <a:ext uri="{0D108BD9-81ED-4DB2-BD59-A6C34878D82A}">
                    <a16:rowId xmlns:a16="http://schemas.microsoft.com/office/drawing/2014/main" val="3416198660"/>
                  </a:ext>
                </a:extLst>
              </a:tr>
              <a:tr h="216654">
                <a:tc>
                  <a:txBody>
                    <a:bodyPr/>
                    <a:lstStyle/>
                    <a:p>
                      <a:r>
                        <a:rPr lang="en-US" dirty="0"/>
                        <a:t>6</a:t>
                      </a:r>
                    </a:p>
                  </a:txBody>
                  <a:tcPr/>
                </a:tc>
                <a:tc>
                  <a:txBody>
                    <a:bodyPr/>
                    <a:lstStyle/>
                    <a:p>
                      <a:r>
                        <a:rPr lang="en-US" dirty="0"/>
                        <a:t>Kevin Kiermaier</a:t>
                      </a:r>
                    </a:p>
                  </a:txBody>
                  <a:tcPr/>
                </a:tc>
                <a:tc>
                  <a:txBody>
                    <a:bodyPr/>
                    <a:lstStyle/>
                    <a:p>
                      <a:r>
                        <a:rPr lang="en-US" dirty="0"/>
                        <a:t>45</a:t>
                      </a:r>
                    </a:p>
                  </a:txBody>
                  <a:tcPr/>
                </a:tc>
                <a:tc>
                  <a:txBody>
                    <a:bodyPr/>
                    <a:lstStyle/>
                    <a:p>
                      <a:r>
                        <a:rPr lang="en-US" dirty="0"/>
                        <a:t>40</a:t>
                      </a:r>
                    </a:p>
                  </a:txBody>
                  <a:tcPr/>
                </a:tc>
                <a:extLst>
                  <a:ext uri="{0D108BD9-81ED-4DB2-BD59-A6C34878D82A}">
                    <a16:rowId xmlns:a16="http://schemas.microsoft.com/office/drawing/2014/main" val="3631880386"/>
                  </a:ext>
                </a:extLst>
              </a:tr>
              <a:tr h="370840">
                <a:tc>
                  <a:txBody>
                    <a:bodyPr/>
                    <a:lstStyle/>
                    <a:p>
                      <a:r>
                        <a:rPr lang="en-US" dirty="0"/>
                        <a:t>7</a:t>
                      </a:r>
                    </a:p>
                  </a:txBody>
                  <a:tcPr/>
                </a:tc>
                <a:tc>
                  <a:txBody>
                    <a:bodyPr/>
                    <a:lstStyle/>
                    <a:p>
                      <a:r>
                        <a:rPr lang="en-US" dirty="0"/>
                        <a:t>Wilmer Flores</a:t>
                      </a:r>
                    </a:p>
                  </a:txBody>
                  <a:tcPr anchor="ctr"/>
                </a:tc>
                <a:tc>
                  <a:txBody>
                    <a:bodyPr/>
                    <a:lstStyle/>
                    <a:p>
                      <a:r>
                        <a:rPr lang="en-US" dirty="0"/>
                        <a:t>50</a:t>
                      </a:r>
                    </a:p>
                  </a:txBody>
                  <a:tcPr/>
                </a:tc>
                <a:tc>
                  <a:txBody>
                    <a:bodyPr/>
                    <a:lstStyle/>
                    <a:p>
                      <a:r>
                        <a:rPr lang="en-US" dirty="0"/>
                        <a:t>40</a:t>
                      </a:r>
                    </a:p>
                  </a:txBody>
                  <a:tcPr/>
                </a:tc>
                <a:extLst>
                  <a:ext uri="{0D108BD9-81ED-4DB2-BD59-A6C34878D82A}">
                    <a16:rowId xmlns:a16="http://schemas.microsoft.com/office/drawing/2014/main" val="1441666652"/>
                  </a:ext>
                </a:extLst>
              </a:tr>
              <a:tr h="370840">
                <a:tc>
                  <a:txBody>
                    <a:bodyPr/>
                    <a:lstStyle/>
                    <a:p>
                      <a:r>
                        <a:rPr lang="en-US" dirty="0"/>
                        <a:t>8</a:t>
                      </a:r>
                    </a:p>
                  </a:txBody>
                  <a:tcPr/>
                </a:tc>
                <a:tc>
                  <a:txBody>
                    <a:bodyPr/>
                    <a:lstStyle/>
                    <a:p>
                      <a:r>
                        <a:rPr lang="en-US" dirty="0"/>
                        <a:t>Adam Frazier</a:t>
                      </a:r>
                    </a:p>
                  </a:txBody>
                  <a:tcPr anchor="ctr"/>
                </a:tc>
                <a:tc>
                  <a:txBody>
                    <a:bodyPr/>
                    <a:lstStyle/>
                    <a:p>
                      <a:r>
                        <a:rPr lang="en-US" dirty="0"/>
                        <a:t>40</a:t>
                      </a:r>
                    </a:p>
                  </a:txBody>
                  <a:tcPr/>
                </a:tc>
                <a:tc>
                  <a:txBody>
                    <a:bodyPr/>
                    <a:lstStyle/>
                    <a:p>
                      <a:r>
                        <a:rPr lang="en-US" dirty="0"/>
                        <a:t>40</a:t>
                      </a:r>
                    </a:p>
                  </a:txBody>
                  <a:tcPr/>
                </a:tc>
                <a:extLst>
                  <a:ext uri="{0D108BD9-81ED-4DB2-BD59-A6C34878D82A}">
                    <a16:rowId xmlns:a16="http://schemas.microsoft.com/office/drawing/2014/main" val="194088810"/>
                  </a:ext>
                </a:extLst>
              </a:tr>
              <a:tr h="370840">
                <a:tc>
                  <a:txBody>
                    <a:bodyPr/>
                    <a:lstStyle/>
                    <a:p>
                      <a:r>
                        <a:rPr lang="en-US" dirty="0"/>
                        <a:t>9</a:t>
                      </a:r>
                    </a:p>
                  </a:txBody>
                  <a:tcPr/>
                </a:tc>
                <a:tc>
                  <a:txBody>
                    <a:bodyPr/>
                    <a:lstStyle/>
                    <a:p>
                      <a:r>
                        <a:rPr lang="en-US" dirty="0"/>
                        <a:t>Ezequiel Tovar</a:t>
                      </a:r>
                    </a:p>
                  </a:txBody>
                  <a:tcPr anchor="ctr"/>
                </a:tc>
                <a:tc>
                  <a:txBody>
                    <a:bodyPr/>
                    <a:lstStyle/>
                    <a:p>
                      <a:r>
                        <a:rPr lang="en-US" dirty="0"/>
                        <a:t>40</a:t>
                      </a:r>
                    </a:p>
                  </a:txBody>
                  <a:tcPr/>
                </a:tc>
                <a:tc>
                  <a:txBody>
                    <a:bodyPr/>
                    <a:lstStyle/>
                    <a:p>
                      <a:r>
                        <a:rPr lang="en-US" dirty="0"/>
                        <a:t>40</a:t>
                      </a:r>
                    </a:p>
                  </a:txBody>
                  <a:tcPr/>
                </a:tc>
                <a:extLst>
                  <a:ext uri="{0D108BD9-81ED-4DB2-BD59-A6C34878D82A}">
                    <a16:rowId xmlns:a16="http://schemas.microsoft.com/office/drawing/2014/main" val="2735336432"/>
                  </a:ext>
                </a:extLst>
              </a:tr>
              <a:tr h="370840">
                <a:tc>
                  <a:txBody>
                    <a:bodyPr/>
                    <a:lstStyle/>
                    <a:p>
                      <a:r>
                        <a:rPr lang="en-US" dirty="0"/>
                        <a:t>10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Luis Campusano</a:t>
                      </a:r>
                    </a:p>
                  </a:txBody>
                  <a:tcPr anchor="ctr"/>
                </a:tc>
                <a:tc>
                  <a:txBody>
                    <a:bodyPr/>
                    <a:lstStyle/>
                    <a:p>
                      <a:endParaRPr lang="en-US" dirty="0"/>
                    </a:p>
                  </a:txBody>
                  <a:tcPr/>
                </a:tc>
                <a:tc>
                  <a:txBody>
                    <a:bodyPr/>
                    <a:lstStyle/>
                    <a:p>
                      <a:r>
                        <a:rPr lang="en-US" dirty="0"/>
                        <a:t>40</a:t>
                      </a:r>
                    </a:p>
                  </a:txBody>
                  <a:tcPr/>
                </a:tc>
                <a:extLst>
                  <a:ext uri="{0D108BD9-81ED-4DB2-BD59-A6C34878D82A}">
                    <a16:rowId xmlns:a16="http://schemas.microsoft.com/office/drawing/2014/main" val="573191426"/>
                  </a:ext>
                </a:extLst>
              </a:tr>
            </a:tbl>
          </a:graphicData>
        </a:graphic>
      </p:graphicFrame>
    </p:spTree>
    <p:extLst>
      <p:ext uri="{BB962C8B-B14F-4D97-AF65-F5344CB8AC3E}">
        <p14:creationId xmlns:p14="http://schemas.microsoft.com/office/powerpoint/2010/main" val="28784685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025AB22F-3692-338B-8D7A-C1D142CAC73F}"/>
              </a:ext>
            </a:extLst>
          </p:cNvPr>
          <p:cNvSpPr>
            <a:spLocks noGrp="1"/>
          </p:cNvSpPr>
          <p:nvPr>
            <p:ph type="title"/>
          </p:nvPr>
        </p:nvSpPr>
        <p:spPr>
          <a:xfrm>
            <a:off x="1188069" y="381935"/>
            <a:ext cx="4008583" cy="5974414"/>
          </a:xfrm>
        </p:spPr>
        <p:txBody>
          <a:bodyPr anchor="ctr">
            <a:normAutofit/>
          </a:bodyPr>
          <a:lstStyle/>
          <a:p>
            <a:r>
              <a:rPr lang="en-US" sz="8000">
                <a:solidFill>
                  <a:srgbClr val="FFFFFF"/>
                </a:solidFill>
              </a:rPr>
              <a:t>Could We Simplify It?</a:t>
            </a: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FBC16E68-B1CC-9DD9-A3FE-44E867487640}"/>
              </a:ext>
            </a:extLst>
          </p:cNvPr>
          <p:cNvSpPr>
            <a:spLocks noGrp="1"/>
          </p:cNvSpPr>
          <p:nvPr>
            <p:ph idx="1"/>
          </p:nvPr>
        </p:nvSpPr>
        <p:spPr>
          <a:xfrm>
            <a:off x="6297233" y="518400"/>
            <a:ext cx="4771607" cy="5837949"/>
          </a:xfrm>
        </p:spPr>
        <p:txBody>
          <a:bodyPr anchor="ctr">
            <a:normAutofit/>
          </a:bodyPr>
          <a:lstStyle/>
          <a:p>
            <a:r>
              <a:rPr lang="en-US" sz="3600" dirty="0">
                <a:solidFill>
                  <a:schemeClr val="tx1">
                    <a:alpha val="80000"/>
                  </a:schemeClr>
                </a:solidFill>
              </a:rPr>
              <a:t>Swing Decision</a:t>
            </a:r>
          </a:p>
          <a:p>
            <a:pPr marL="457200" lvl="1" indent="0">
              <a:buNone/>
            </a:pPr>
            <a:r>
              <a:rPr lang="en-US" sz="3600" dirty="0">
                <a:solidFill>
                  <a:schemeClr val="tx1">
                    <a:alpha val="80000"/>
                  </a:schemeClr>
                </a:solidFill>
              </a:rPr>
              <a:t>K%-BB%</a:t>
            </a:r>
          </a:p>
          <a:p>
            <a:r>
              <a:rPr lang="en-US" sz="3600" dirty="0">
                <a:solidFill>
                  <a:schemeClr val="tx1">
                    <a:alpha val="80000"/>
                  </a:schemeClr>
                </a:solidFill>
              </a:rPr>
              <a:t>Contact</a:t>
            </a:r>
          </a:p>
          <a:p>
            <a:pPr marL="457200" lvl="1" indent="0">
              <a:buNone/>
            </a:pPr>
            <a:r>
              <a:rPr lang="en-US" sz="3600" dirty="0">
                <a:solidFill>
                  <a:schemeClr val="tx1">
                    <a:alpha val="80000"/>
                  </a:schemeClr>
                </a:solidFill>
              </a:rPr>
              <a:t>Whiff%</a:t>
            </a:r>
          </a:p>
          <a:p>
            <a:r>
              <a:rPr lang="en-US" sz="3600" dirty="0">
                <a:solidFill>
                  <a:schemeClr val="tx1">
                    <a:alpha val="80000"/>
                  </a:schemeClr>
                </a:solidFill>
              </a:rPr>
              <a:t>Power</a:t>
            </a:r>
          </a:p>
          <a:p>
            <a:pPr marL="457200" lvl="1" indent="0">
              <a:buNone/>
            </a:pPr>
            <a:r>
              <a:rPr lang="en-US" sz="3600" dirty="0">
                <a:solidFill>
                  <a:schemeClr val="tx1">
                    <a:alpha val="80000"/>
                  </a:schemeClr>
                </a:solidFill>
              </a:rPr>
              <a:t>95</a:t>
            </a:r>
            <a:r>
              <a:rPr lang="en-US" sz="3600" baseline="30000" dirty="0">
                <a:solidFill>
                  <a:schemeClr val="tx1">
                    <a:alpha val="80000"/>
                  </a:schemeClr>
                </a:solidFill>
              </a:rPr>
              <a:t>th</a:t>
            </a:r>
            <a:r>
              <a:rPr lang="en-US" sz="3600" dirty="0">
                <a:solidFill>
                  <a:schemeClr val="tx1">
                    <a:alpha val="80000"/>
                  </a:schemeClr>
                </a:solidFill>
              </a:rPr>
              <a:t> Exit Velocity</a:t>
            </a:r>
          </a:p>
          <a:p>
            <a:r>
              <a:rPr lang="en-US" sz="3600" dirty="0">
                <a:solidFill>
                  <a:schemeClr val="tx1">
                    <a:alpha val="80000"/>
                  </a:schemeClr>
                </a:solidFill>
              </a:rPr>
              <a:t>Speed</a:t>
            </a:r>
          </a:p>
          <a:p>
            <a:pPr marL="457200" lvl="1" indent="0">
              <a:buNone/>
            </a:pPr>
            <a:r>
              <a:rPr lang="en-US" sz="3600" dirty="0">
                <a:solidFill>
                  <a:schemeClr val="tx1">
                    <a:alpha val="80000"/>
                  </a:schemeClr>
                </a:solidFill>
              </a:rPr>
              <a:t>Home to 1</a:t>
            </a:r>
            <a:r>
              <a:rPr lang="en-US" sz="3600" baseline="30000" dirty="0">
                <a:solidFill>
                  <a:schemeClr val="tx1">
                    <a:alpha val="80000"/>
                  </a:schemeClr>
                </a:solidFill>
              </a:rPr>
              <a:t>st</a:t>
            </a:r>
            <a:r>
              <a:rPr lang="en-US" sz="3600" dirty="0">
                <a:solidFill>
                  <a:schemeClr val="tx1">
                    <a:alpha val="80000"/>
                  </a:schemeClr>
                </a:solidFill>
              </a:rPr>
              <a:t> Time</a:t>
            </a: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11514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7AFAD4-B4CC-6246-0B31-9BE2A1D92FE9}"/>
              </a:ext>
            </a:extLst>
          </p:cNvPr>
          <p:cNvSpPr>
            <a:spLocks noGrp="1"/>
          </p:cNvSpPr>
          <p:nvPr>
            <p:ph type="title"/>
          </p:nvPr>
        </p:nvSpPr>
        <p:spPr>
          <a:xfrm>
            <a:off x="638881" y="457200"/>
            <a:ext cx="10909640" cy="1368614"/>
          </a:xfrm>
        </p:spPr>
        <p:txBody>
          <a:bodyPr vert="horz" lIns="91440" tIns="45720" rIns="91440" bIns="45720" rtlCol="0" anchor="ctr">
            <a:normAutofit/>
          </a:bodyPr>
          <a:lstStyle/>
          <a:p>
            <a:pPr algn="ctr"/>
            <a:r>
              <a:rPr lang="en-US" sz="6600"/>
              <a:t>No.</a:t>
            </a:r>
          </a:p>
        </p:txBody>
      </p:sp>
      <p:sp>
        <p:nvSpPr>
          <p:cNvPr id="14"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onnsiteX0" fmla="*/ 0 w 3291840"/>
              <a:gd name="connsiteY0" fmla="*/ 0 h 18288"/>
              <a:gd name="connsiteX1" fmla="*/ 658368 w 3291840"/>
              <a:gd name="connsiteY1" fmla="*/ 0 h 18288"/>
              <a:gd name="connsiteX2" fmla="*/ 1283818 w 3291840"/>
              <a:gd name="connsiteY2" fmla="*/ 0 h 18288"/>
              <a:gd name="connsiteX3" fmla="*/ 1909267 w 3291840"/>
              <a:gd name="connsiteY3" fmla="*/ 0 h 18288"/>
              <a:gd name="connsiteX4" fmla="*/ 2633472 w 3291840"/>
              <a:gd name="connsiteY4" fmla="*/ 0 h 18288"/>
              <a:gd name="connsiteX5" fmla="*/ 3291840 w 3291840"/>
              <a:gd name="connsiteY5" fmla="*/ 0 h 18288"/>
              <a:gd name="connsiteX6" fmla="*/ 3291840 w 3291840"/>
              <a:gd name="connsiteY6" fmla="*/ 18288 h 18288"/>
              <a:gd name="connsiteX7" fmla="*/ 2633472 w 3291840"/>
              <a:gd name="connsiteY7" fmla="*/ 18288 h 18288"/>
              <a:gd name="connsiteX8" fmla="*/ 2073859 w 3291840"/>
              <a:gd name="connsiteY8" fmla="*/ 18288 h 18288"/>
              <a:gd name="connsiteX9" fmla="*/ 1448410 w 3291840"/>
              <a:gd name="connsiteY9" fmla="*/ 18288 h 18288"/>
              <a:gd name="connsiteX10" fmla="*/ 822960 w 3291840"/>
              <a:gd name="connsiteY10" fmla="*/ 18288 h 18288"/>
              <a:gd name="connsiteX11" fmla="*/ 0 w 3291840"/>
              <a:gd name="connsiteY11" fmla="*/ 18288 h 18288"/>
              <a:gd name="connsiteX12" fmla="*/ 0 w 329184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FCDAF57E-64CE-99D9-A6F7-E4534576F694}"/>
              </a:ext>
            </a:extLst>
          </p:cNvPr>
          <p:cNvPicPr>
            <a:picLocks noChangeAspect="1"/>
          </p:cNvPicPr>
          <p:nvPr/>
        </p:nvPicPr>
        <p:blipFill>
          <a:blip r:embed="rId2"/>
          <a:stretch>
            <a:fillRect/>
          </a:stretch>
        </p:blipFill>
        <p:spPr>
          <a:xfrm>
            <a:off x="638881" y="2252960"/>
            <a:ext cx="5222368" cy="4177893"/>
          </a:xfrm>
          <a:prstGeom prst="rect">
            <a:avLst/>
          </a:prstGeom>
        </p:spPr>
      </p:pic>
      <p:pic>
        <p:nvPicPr>
          <p:cNvPr id="4" name="Picture 3" descr="A close-up of a text&#10;&#10;Description automatically generated">
            <a:extLst>
              <a:ext uri="{FF2B5EF4-FFF2-40B4-BE49-F238E27FC236}">
                <a16:creationId xmlns:a16="http://schemas.microsoft.com/office/drawing/2014/main" id="{672E9DB8-C506-30EC-7E38-45AB4BF6C4E9}"/>
              </a:ext>
            </a:extLst>
          </p:cNvPr>
          <p:cNvPicPr>
            <a:picLocks noChangeAspect="1"/>
          </p:cNvPicPr>
          <p:nvPr/>
        </p:nvPicPr>
        <p:blipFill>
          <a:blip r:embed="rId3"/>
          <a:stretch>
            <a:fillRect/>
          </a:stretch>
        </p:blipFill>
        <p:spPr>
          <a:xfrm>
            <a:off x="6811139" y="2954850"/>
            <a:ext cx="4520054" cy="2989642"/>
          </a:xfrm>
          <a:prstGeom prst="rect">
            <a:avLst/>
          </a:prstGeom>
        </p:spPr>
      </p:pic>
    </p:spTree>
    <p:extLst>
      <p:ext uri="{BB962C8B-B14F-4D97-AF65-F5344CB8AC3E}">
        <p14:creationId xmlns:p14="http://schemas.microsoft.com/office/powerpoint/2010/main" val="14824872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3E771D5-FC23-3749-9FBB-F630882ED881}"/>
              </a:ext>
            </a:extLst>
          </p:cNvPr>
          <p:cNvSpPr>
            <a:spLocks noGrp="1"/>
          </p:cNvSpPr>
          <p:nvPr>
            <p:ph type="ctrTitle"/>
          </p:nvPr>
        </p:nvSpPr>
        <p:spPr>
          <a:xfrm>
            <a:off x="1386865" y="818984"/>
            <a:ext cx="6596245" cy="3268520"/>
          </a:xfrm>
        </p:spPr>
        <p:txBody>
          <a:bodyPr>
            <a:normAutofit/>
          </a:bodyPr>
          <a:lstStyle/>
          <a:p>
            <a:pPr algn="r"/>
            <a:r>
              <a:rPr lang="en-US" sz="4800">
                <a:solidFill>
                  <a:srgbClr val="FFFFFF"/>
                </a:solidFill>
              </a:rPr>
              <a:t>That’s All I Got.</a:t>
            </a:r>
          </a:p>
        </p:txBody>
      </p:sp>
      <p:sp>
        <p:nvSpPr>
          <p:cNvPr id="18" name="Rectangle 17">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97C86C49-0723-8598-8E61-A051EF402414}"/>
              </a:ext>
            </a:extLst>
          </p:cNvPr>
          <p:cNvSpPr>
            <a:spLocks noGrp="1"/>
          </p:cNvSpPr>
          <p:nvPr>
            <p:ph type="subTitle" idx="1"/>
          </p:nvPr>
        </p:nvSpPr>
        <p:spPr>
          <a:xfrm>
            <a:off x="1931874" y="4797188"/>
            <a:ext cx="6051236" cy="1241828"/>
          </a:xfrm>
        </p:spPr>
        <p:txBody>
          <a:bodyPr>
            <a:normAutofit/>
          </a:bodyPr>
          <a:lstStyle/>
          <a:p>
            <a:pPr algn="r"/>
            <a:r>
              <a:rPr lang="en-US">
                <a:solidFill>
                  <a:srgbClr val="FFFFFF"/>
                </a:solidFill>
              </a:rPr>
              <a:t>calvin.r@northeastern.edu</a:t>
            </a:r>
          </a:p>
        </p:txBody>
      </p:sp>
      <p:sp>
        <p:nvSpPr>
          <p:cNvPr id="20" name="Rectangle 19">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12927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31710</TotalTime>
  <Words>1500</Words>
  <Application>Microsoft Macintosh PowerPoint</Application>
  <PresentationFormat>Widescreen</PresentationFormat>
  <Paragraphs>597</Paragraphs>
  <Slides>29</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Aptos</vt:lpstr>
      <vt:lpstr>Aptos Display</vt:lpstr>
      <vt:lpstr>Arial</vt:lpstr>
      <vt:lpstr>Cambria Math</vt:lpstr>
      <vt:lpstr>Office Theme</vt:lpstr>
      <vt:lpstr>Evaluating Offensive Tools with Ball Tracking Data</vt:lpstr>
      <vt:lpstr>Offensive Tools</vt:lpstr>
      <vt:lpstr>Offensive Tools</vt:lpstr>
      <vt:lpstr>Swing Decision</vt:lpstr>
      <vt:lpstr>Swing Decision Models</vt:lpstr>
      <vt:lpstr>Swing Decision Variables and Formulas</vt:lpstr>
      <vt:lpstr>How is the Final Score Calculated</vt:lpstr>
      <vt:lpstr>Swing Decisions Leaders</vt:lpstr>
      <vt:lpstr>PowerPoint Presentation</vt:lpstr>
      <vt:lpstr>Offensive Tools</vt:lpstr>
      <vt:lpstr>Contact</vt:lpstr>
      <vt:lpstr>Contact Score</vt:lpstr>
      <vt:lpstr>PowerPoint Presentation</vt:lpstr>
      <vt:lpstr>PowerPoint Presentation</vt:lpstr>
      <vt:lpstr>Offensive Tools</vt:lpstr>
      <vt:lpstr>PowerPoint Presentation</vt:lpstr>
      <vt:lpstr>Power Leaders</vt:lpstr>
      <vt:lpstr>PowerPoint Presentation</vt:lpstr>
      <vt:lpstr>Offensive Tools</vt:lpstr>
      <vt:lpstr>Speed Leaders</vt:lpstr>
      <vt:lpstr>PowerPoint Presentation</vt:lpstr>
      <vt:lpstr>PowerPoint Presentation</vt:lpstr>
      <vt:lpstr>Predicting wOBA</vt:lpstr>
      <vt:lpstr>PowerPoint Presentation</vt:lpstr>
      <vt:lpstr>Pre-July Surplus Value</vt:lpstr>
      <vt:lpstr>Overall Tool Leaders and Laggers</vt:lpstr>
      <vt:lpstr>Could We Simplify It?</vt:lpstr>
      <vt:lpstr>No.</vt:lpstr>
      <vt:lpstr>That’s All I Got.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Evaluating Hit Tools with Ball Tracking Data</dc:title>
  <dc:creator>reece calvin</dc:creator>
  <cp:lastModifiedBy>reece calvin</cp:lastModifiedBy>
  <cp:revision>15</cp:revision>
  <dcterms:created xsi:type="dcterms:W3CDTF">2024-05-09T19:51:43Z</dcterms:created>
  <dcterms:modified xsi:type="dcterms:W3CDTF">2025-10-06T00:20:29Z</dcterms:modified>
</cp:coreProperties>
</file>